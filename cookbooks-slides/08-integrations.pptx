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为什么这组内容值得单独讲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Pinecone / MongoDB 这样的数据底座；</a:t>
            </a:r>
          </a:p>
          <a:p>
            <a:pPr>
              <a:spcAft>
                <a:spcPts val="800"/>
              </a:spcAft>
              <a:defRPr sz="1800"/>
            </a:pPr>
            <a:r>
              <a:t>• LlamaIndex / LangChain 这样的编排框架；</a:t>
            </a:r>
          </a:p>
          <a:p>
            <a:pPr>
              <a:spcAft>
                <a:spcPts val="800"/>
              </a:spcAft>
              <a:defRPr sz="1800"/>
            </a:pPr>
            <a:r>
              <a:t>• Deepgram / ElevenLabs 这样的音视频服务；</a:t>
            </a:r>
          </a:p>
          <a:p>
            <a:pPr>
              <a:spcAft>
                <a:spcPts val="800"/>
              </a:spcAft>
              <a:defRPr sz="1800"/>
            </a:pPr>
            <a:r>
              <a:t>• WolframAlpha 这样的专业计算服务。 `third_party/` 的价值，就在于它把 Claude 放进这些已有组件里。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RAG 生态：Pinecone、MongoDB、LlamaIndex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**RAG pipeline with LlamaIndex**：使用 LlamaIndex 快速搭建基础 RAG 流水线。（[原文](https://github.com/anthropics/cl...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**Multi-document agents**：用 LlamaIndex 的 DocumentAgents 处理多文档问答。（[原文](https://github.com/anthropics/...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**RouterQuery engine**：把查询路由到不同索引或不同知识源。（[原文](https://github.com/anthropics/claude-cookbooks/blob/ma...</a:t>
            </a:r>
          </a:p>
          <a:p>
            <a:pPr>
              <a:spcAft>
                <a:spcPts val="800"/>
              </a:spcAft>
              <a:defRPr sz="1800"/>
            </a:pPr>
            <a:r>
              <a:t>• **SubQuestionQueryEngine**：把复杂问题拆成子问题，再跨文档回答。（[原文](https://github.com/anthropics/claude-cookbooks/bl...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**How to build a RAG system using Claude 3 and MongoDB**：用 MongoDB 构建带知识库的对话系统。（[原文](https://github....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**Claude 3 RAG agents with LangChain v1**：借助 LangChain v1 的 agent 框架做 Claude RAG agents。（[原文](https:...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**Retrieval-augmented generation using Pinecone**：把 Claude 与 Pinecone 向量数据库连接起来。（[原文](https://github...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工具与专业服务集成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**Iteratively searching Wikipedia with Claude**：展示较早期的迭代式 Wikipedia 搜索研究流程。（[原文](https://github.com/...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**Using the Wolfram Alpha LLM API as a tool with Claude**：把 Wolfram Alpha LLM API 作为 Claude 的外部工具。（[...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音频与语音：从文字世界走向声音世界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**Transcribe audio with Deepgram and prepare interview questions**：用 Deepgram 做音频转写，再用 Claude 生成面试问题...</a:t>
            </a:r>
          </a:p>
          <a:p>
            <a:pPr>
              <a:spcAft>
                <a:spcPts val="800"/>
              </a:spcAft>
              <a:defRPr sz="1800"/>
            </a:pPr>
            <a:r>
              <a:t>• **Low latency voice assistant with ElevenLabs**：结合 ElevenLabs 做低延迟语音助手。（[原文](https://github.com/anth...</a:t>
            </a:r>
          </a:p>
          <a:p>
            <a:pPr>
              <a:spcAft>
                <a:spcPts val="800"/>
              </a:spcAft>
              <a:defRPr sz="1800"/>
            </a:pPr>
            <a:r>
              <a:t>• 语音输入（STT）；</a:t>
            </a:r>
          </a:p>
          <a:p>
            <a:pPr>
              <a:spcAft>
                <a:spcPts val="800"/>
              </a:spcAft>
              <a:defRPr sz="1800"/>
            </a:pPr>
            <a:r>
              <a:t>• Claude 的理解与生成；</a:t>
            </a:r>
          </a:p>
          <a:p>
            <a:pPr>
              <a:spcAft>
                <a:spcPts val="800"/>
              </a:spcAft>
              <a:defRPr sz="1800"/>
            </a:pPr>
            <a:r>
              <a:t>• 语音输出（TTS）；</a:t>
            </a:r>
          </a:p>
          <a:p>
            <a:pPr>
              <a:spcAft>
                <a:spcPts val="800"/>
              </a:spcAft>
              <a:defRPr sz="1800"/>
            </a:pPr>
            <a:r>
              <a:t>• 面向实时或低延迟交互的系统组合。 它们的重点不是 Claude 会不会说话，而是：**怎么把 Claude 放进一个完整的语音链路里**。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多模态框架桥接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**Multi-modal with LlamaIndex**：借助 LlamaIndex 的多模态抽象对接 Anthropic 模型。（[原文](https://github.com/anthrop...</a:t>
            </a:r>
          </a:p>
          <a:p>
            <a:pPr>
              <a:spcAft>
                <a:spcPts val="800"/>
              </a:spcAft>
              <a:defRPr sz="1800"/>
            </a:pPr>
            <a:r>
              <a:t>• **ReAct agent with LlamaIndex**：在 LlamaIndex 中实现基于 ReAct 的工具型代理。（[原文](https://github.com/anthropics/...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先问自己：你已经有什么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已经有向量库？先看 Pinecone / MongoDB；</a:t>
            </a:r>
          </a:p>
          <a:p>
            <a:pPr>
              <a:spcAft>
                <a:spcPts val="800"/>
              </a:spcAft>
              <a:defRPr sz="1800"/>
            </a:pPr>
            <a:r>
              <a:t>• 已经有框架？先看 LlamaIndex / LangChain；</a:t>
            </a:r>
          </a:p>
          <a:p>
            <a:pPr>
              <a:spcAft>
                <a:spcPts val="800"/>
              </a:spcAft>
              <a:defRPr sz="1800"/>
            </a:pPr>
            <a:r>
              <a:t>• 已经有语音链路？先看 Deepgram / ElevenLabs。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重点看模式迁移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外部系统如何暴露给 Claude；</a:t>
            </a:r>
          </a:p>
          <a:p>
            <a:pPr>
              <a:spcAft>
                <a:spcPts val="800"/>
              </a:spcAft>
              <a:defRPr sz="1800"/>
            </a:pPr>
            <a:r>
              <a:t>• 检索层和编排层如何分工；</a:t>
            </a:r>
          </a:p>
          <a:p>
            <a:pPr>
              <a:spcAft>
                <a:spcPts val="800"/>
              </a:spcAft>
              <a:defRPr sz="1800"/>
            </a:pPr>
            <a:r>
              <a:t>• 哪些能力应该由专业服务承担。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6. 可写成哪些文章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**Claude 接 Pinecone：RAG 不只是换一个模型**</a:t>
            </a:r>
          </a:p>
          <a:p>
            <a:pPr>
              <a:spcAft>
                <a:spcPts val="800"/>
              </a:spcAft>
              <a:defRPr sz="1800"/>
            </a:pPr>
            <a:r>
              <a:t>• **用 LlamaIndex 做 Claude 应用时，到底是谁在负责什么**</a:t>
            </a:r>
          </a:p>
          <a:p>
            <a:pPr>
              <a:spcAft>
                <a:spcPts val="800"/>
              </a:spcAft>
              <a:defRPr sz="1800"/>
            </a:pPr>
            <a:r>
              <a:t>• **语音 Agent 的最小闭环：Deepgram + Claude + ElevenLabs**</a:t>
            </a:r>
          </a:p>
          <a:p>
            <a:pPr>
              <a:spcAft>
                <a:spcPts val="800"/>
              </a:spcAft>
              <a:defRPr sz="1800"/>
            </a:pPr>
            <a:r>
              <a:t>• **为什么专业计算应该交给 WolframAlpha，而不是让模型硬算**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`third_party/` 体现的是 Claude 的生态兼容性，而不是某种固定框架路线；</a:t>
            </a:r>
          </a:p>
          <a:p>
            <a:pPr>
              <a:spcAft>
                <a:spcPts val="800"/>
              </a:spcAft>
              <a:defRPr sz="1800"/>
            </a:pPr>
            <a:r>
              <a:t>• 这组内容特别适合已经有现成技术栈的团队；</a:t>
            </a:r>
          </a:p>
          <a:p>
            <a:pPr>
              <a:spcAft>
                <a:spcPts val="800"/>
              </a:spcAft>
              <a:defRPr sz="1800"/>
            </a:pPr>
            <a:r>
              <a:t>• 真正值得学的是“Claude 如何嵌入系统”，而不是“某个库怎么 import”。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**Transcribe audio with Deepgram and prepare interview questions**：用 Deepgram 做音频转写，再用 Claude 生成面试问题...</a:t>
            </a:r>
          </a:p>
          <a:p>
            <a:pPr>
              <a:spcAft>
                <a:spcPts val="800"/>
              </a:spcAft>
              <a:defRPr sz="1800"/>
            </a:pPr>
            <a:r>
              <a:t>• **RAG pipeline with LlamaIndex**：使用 LlamaIndex 快速搭建基础 RAG 流水线。（[原文](https://github.com/anthropics/cl...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**Multi-document agents**：用 LlamaIndex 的 DocumentAgents 处理多文档问答。（[原文](https://github.com/anthropics/...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**Multi-modal with LlamaIndex**：借助 LlamaIndex 的多模态抽象对接 Anthropic 模型。（[原文](https://github.com/anthrop...</a:t>
            </a:r>
          </a:p>
          <a:p>
            <a:pPr>
              <a:spcAft>
                <a:spcPts val="800"/>
              </a:spcAft>
              <a:defRPr sz="1800"/>
            </a:pPr>
            <a:r>
              <a:t>• **ReAct agent with LlamaIndex**：在 LlamaIndex 中实现基于 ReAct 的工具型代理。（[原文](https://github.com/anthropics/...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**RouterQuery engine**：把查询路由到不同索引或不同知识源。（[原文](https://github.com/anthropics/claude-cookbooks/blob/ma...</a:t>
            </a:r>
          </a:p>
          <a:p>
            <a:pPr>
              <a:spcAft>
                <a:spcPts val="800"/>
              </a:spcAft>
              <a:defRPr sz="1800"/>
            </a:pPr>
            <a:r>
              <a:t>• **SubQuestionQueryEngine**：把复杂问题拆成子问题，再跨文档回答。（[原文](https://github.com/anthropics/claude-cookbooks/bl...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**How to build a RAG system using Claude 3 and MongoDB**：用 MongoDB 构建带知识库的对话系统。（[原文](https://github....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**Claude 3 RAG agents with LangChain v1**：借助 LangChain v1 的 agent 框架做 Claude RAG agents。（[原文](https:...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**Retrieval-augmented generation using Pinecone**：把 Claude 与 Pinecone 向量数据库连接起来。（[原文](https://github...</a:t>
            </a:r>
          </a:p>
          <a:p>
            <a:pPr>
              <a:spcAft>
                <a:spcPts val="800"/>
              </a:spcAft>
              <a:defRPr sz="1800"/>
            </a:pPr>
            <a:r>
              <a:t>• **Iteratively searching Wikipedia with Claude**：展示较早期的迭代式 Wikipedia 搜索研究流程。（[原文](https://github.com/...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**Using the Wolfram Alpha LLM API as a tool with Claude**：把 Wolfram Alpha LLM API 作为 Claude 的外部工具。（[...</a:t>
            </a:r>
          </a:p>
          <a:p>
            <a:pPr>
              <a:spcAft>
                <a:spcPts val="800"/>
              </a:spcAft>
              <a:defRPr sz="1800"/>
            </a:pPr>
            <a:r>
              <a:t>• **Low latency voice assistant with ElevenLabs**：结合 ElevenLabs 做低延迟语音助手。（[原文](https://github.com/anth...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[third_party 目录](https://github.com/anthropics/claude-cookbooks/tree/main/third_party)</a:t>
            </a:r>
          </a:p>
          <a:p>
            <a:pPr>
              <a:spcAft>
                <a:spcPts val="800"/>
              </a:spcAft>
              <a:defRPr sz="1800"/>
            </a:pPr>
            <a:r>
              <a:t>• [recipes 注册表](https://raw.githubusercontent.com/anthropics/claude-cookbooks/main/registry.yaml)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
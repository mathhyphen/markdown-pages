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为什么工具调用是分水岭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不能直接查数据库；</a:t>
            </a:r>
          </a:p>
          <a:p>
            <a:pPr>
              <a:spcAft>
                <a:spcPts val="800"/>
              </a:spcAft>
              <a:defRPr sz="1800"/>
            </a:pPr>
            <a:r>
              <a:t>• 不能执行真实操作；</a:t>
            </a:r>
          </a:p>
          <a:p>
            <a:pPr>
              <a:spcAft>
                <a:spcPts val="800"/>
              </a:spcAft>
              <a:defRPr sz="1800"/>
            </a:pPr>
            <a:r>
              <a:t>• 不能访问你自己的业务系统；</a:t>
            </a:r>
          </a:p>
          <a:p>
            <a:pPr>
              <a:spcAft>
                <a:spcPts val="800"/>
              </a:spcAft>
              <a:defRPr sz="1800"/>
            </a:pPr>
            <a:r>
              <a:t>• 不能天然保证数值计算、结构化输出或状态变更的可靠性。 一旦接上工具，Claude 就从“会说”变成“能做”。 因此 `tool_use/` 可以看成整座仓库从“模型调用”迈向“代理系统”的关键转折点。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最基础的一层：给 Claude 一个明确工具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**Using a calculator tool with Claude**：最基础的工具调用示例：让 Claude 借助计算器。（[原文](https://github.com/anthropic...</a:t>
            </a:r>
          </a:p>
          <a:p>
            <a:pPr>
              <a:spcAft>
                <a:spcPts val="800"/>
              </a:spcAft>
              <a:defRPr sz="1800"/>
            </a:pPr>
            <a:r>
              <a:t>• **Creating a customer service agent with client-side tools**：用客户查询、订单查询、取消订单等工具搭建客服代理。（[原文](https://...</a:t>
            </a:r>
          </a:p>
          <a:p>
            <a:pPr>
              <a:spcAft>
                <a:spcPts val="800"/>
              </a:spcAft>
              <a:defRPr sz="1800"/>
            </a:pPr>
            <a:r>
              <a:t>• **Extracting structured JSON using Claude and tool use**：用工具调用把抽取结果稳定约束成结构化 JSON。（[原文](https://githu...</a:t>
            </a:r>
          </a:p>
          <a:p>
            <a:pPr>
              <a:spcAft>
                <a:spcPts val="800"/>
              </a:spcAft>
              <a:defRPr sz="1800"/>
            </a:pPr>
            <a:r>
              <a:t>• **Tool choice**：控制 Claude 在自动、强制、禁用等不同模式下如何选工具。（[原文](https://github.com/anthropics/claude-cookbooks/...</a:t>
            </a:r>
          </a:p>
          <a:p>
            <a:pPr>
              <a:spcAft>
                <a:spcPts val="800"/>
              </a:spcAft>
              <a:defRPr sz="1800"/>
            </a:pPr>
            <a:r>
              <a:t>• **Note-saving tool with Pydantic and Anthropic tool use**：用 Pydantic 定义更可靠、更类型安全的工具接口。（[原文](https://...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这几篇应该怎么读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**calculator_tool**：理解最小工具调用闭环；</a:t>
            </a:r>
          </a:p>
          <a:p>
            <a:pPr>
              <a:spcAft>
                <a:spcPts val="800"/>
              </a:spcAft>
              <a:defRPr sz="1800"/>
            </a:pPr>
            <a:r>
              <a:t>• **customer_service_agent**：理解工具如何形成业务操作流程；</a:t>
            </a:r>
          </a:p>
          <a:p>
            <a:pPr>
              <a:spcAft>
                <a:spcPts val="800"/>
              </a:spcAft>
              <a:defRPr sz="1800"/>
            </a:pPr>
            <a:r>
              <a:t>• **extracting_structured_json**：理解“把模型输出稳定成结构”的另一种路径；</a:t>
            </a:r>
          </a:p>
          <a:p>
            <a:pPr>
              <a:spcAft>
                <a:spcPts val="800"/>
              </a:spcAft>
              <a:defRPr sz="1800"/>
            </a:pPr>
            <a:r>
              <a:t>• **tool_choice**：理解你可以强控还是放手让模型选；</a:t>
            </a:r>
          </a:p>
          <a:p>
            <a:pPr>
              <a:spcAft>
                <a:spcPts val="800"/>
              </a:spcAft>
              <a:defRPr sz="1800"/>
            </a:pPr>
            <a:r>
              <a:t>• **tool_use_with_pydantic**：理解为什么类型校验对工程可靠性很重要。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更进一步：让工具调用更像系统，而不是单次函数调用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**Memory &amp; context management with Claude Sonnet 4.6**：面向代理应用的持久记忆、上下文编辑与状态管理。（[原文](https://github.c...</a:t>
            </a:r>
          </a:p>
          <a:p>
            <a:pPr>
              <a:spcAft>
                <a:spcPts val="800"/>
              </a:spcAft>
              <a:defRPr sz="1800"/>
            </a:pPr>
            <a:r>
              <a:t>• **Parallel tool calls on Claude 3.7 Sonnet**：通过 meta-pattern 让 Claude 更高效地并行调用工具。（[原文](https://githu...</a:t>
            </a:r>
          </a:p>
          <a:p>
            <a:pPr>
              <a:spcAft>
                <a:spcPts val="800"/>
              </a:spcAft>
              <a:defRPr sz="1800"/>
            </a:pPr>
            <a:r>
              <a:t>• **Automatic context compaction**：在长流程代理中自动压缩上下文，管理 token 预算。（[原文](https://github.com/anthropics/clau...</a:t>
            </a:r>
          </a:p>
          <a:p>
            <a:pPr>
              <a:spcAft>
                <a:spcPts val="800"/>
              </a:spcAft>
              <a:defRPr sz="1800"/>
            </a:pPr>
            <a:r>
              <a:t>• 上下文越来越长怎么办；</a:t>
            </a:r>
          </a:p>
          <a:p>
            <a:pPr>
              <a:spcAft>
                <a:spcPts val="800"/>
              </a:spcAft>
              <a:defRPr sz="1800"/>
            </a:pPr>
            <a:r>
              <a:t>• 工具可以并行吗；</a:t>
            </a:r>
          </a:p>
          <a:p>
            <a:pPr>
              <a:spcAft>
                <a:spcPts val="800"/>
              </a:spcAft>
              <a:defRPr sz="1800"/>
            </a:pPr>
            <a:r>
              <a:t>• 记忆和状态要不要持久化；</a:t>
            </a:r>
          </a:p>
          <a:p>
            <a:pPr>
              <a:spcAft>
                <a:spcPts val="800"/>
              </a:spcAft>
              <a:defRPr sz="1800"/>
            </a:pPr>
            <a:r>
              <a:t>• 多轮操作如何维持一致性。 这三篇很像“Agent 工程的日常问题清单”。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Memory cookbook 为什么重要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对话历史太长；</a:t>
            </a:r>
          </a:p>
          <a:p>
            <a:pPr>
              <a:spcAft>
                <a:spcPts val="800"/>
              </a:spcAft>
              <a:defRPr sz="1800"/>
            </a:pPr>
            <a:r>
              <a:t>• 上下文污染；</a:t>
            </a:r>
          </a:p>
          <a:p>
            <a:pPr>
              <a:spcAft>
                <a:spcPts val="800"/>
              </a:spcAft>
              <a:defRPr sz="1800"/>
            </a:pPr>
            <a:r>
              <a:t>• 状态漂移；</a:t>
            </a:r>
          </a:p>
          <a:p>
            <a:pPr>
              <a:spcAft>
                <a:spcPts val="800"/>
              </a:spcAft>
              <a:defRPr sz="1800"/>
            </a:pPr>
            <a:r>
              <a:t>• 忘记关键事实。 所以 **memory / context management** 其实是工具型 Agent 是否可用的核心。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最新趋势：工具数量变多以后怎么办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**Programmatic tool calling (PTC)**：让 Claude 在代码执行环境里以程序化方式调用工具，降低延迟与 token 消耗。（[原文](https://github....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**Tool search with embeddings**：当工具很多时，用 embedding 做语义匹配与动态工具发现。（[原文](https://github.com/anthropics/...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Claude 怎么知道有哪些工具；</a:t>
            </a:r>
          </a:p>
          <a:p>
            <a:pPr>
              <a:spcAft>
                <a:spcPts val="800"/>
              </a:spcAft>
              <a:defRPr sz="1800"/>
            </a:pPr>
            <a:r>
              <a:t>• 怎么避免把所有工具 schema 都塞进上下文；</a:t>
            </a:r>
          </a:p>
          <a:p>
            <a:pPr>
              <a:spcAft>
                <a:spcPts val="800"/>
              </a:spcAft>
              <a:defRPr sz="1800"/>
            </a:pPr>
            <a:r>
              <a:t>• 怎么减少 tool planning 的 token 成本；</a:t>
            </a:r>
          </a:p>
          <a:p>
            <a:pPr>
              <a:spcAft>
                <a:spcPts val="800"/>
              </a:spcAft>
              <a:defRPr sz="1800"/>
            </a:pPr>
            <a:r>
              <a:t>• 怎么让工具选择更聪明。 这两篇分别代表了两个方向：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4. 视觉与工具的结合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**Using vision with tools**：把视觉输入与工具调用结合，做结构化提取。（[原文](https://github.com/anthropics/claude-cookbooks...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6. 可以写成哪些博客选题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**Claude 工具调用不是 function calling 的换皮**</a:t>
            </a:r>
          </a:p>
          <a:p>
            <a:pPr>
              <a:spcAft>
                <a:spcPts val="800"/>
              </a:spcAft>
              <a:defRPr sz="1800"/>
            </a:pPr>
            <a:r>
              <a:t>• **如何设计一个好用的 tool schema**</a:t>
            </a:r>
          </a:p>
          <a:p>
            <a:pPr>
              <a:spcAft>
                <a:spcPts val="800"/>
              </a:spcAft>
              <a:defRPr sz="1800"/>
            </a:pPr>
            <a:r>
              <a:t>• **长上下文 Agent 为什么最终会死在记忆管理上**</a:t>
            </a:r>
          </a:p>
          <a:p>
            <a:pPr>
              <a:spcAft>
                <a:spcPts val="800"/>
              </a:spcAft>
              <a:defRPr sz="1800"/>
            </a:pPr>
            <a:r>
              <a:t>• **当工具越来越多时，为什么要给工具做 embedding**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7.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`tool_use/` 是从“会回答”迈向“会执行”的关键目录；</a:t>
            </a:r>
          </a:p>
          <a:p>
            <a:pPr>
              <a:spcAft>
                <a:spcPts val="800"/>
              </a:spcAft>
              <a:defRPr sz="1800"/>
            </a:pPr>
            <a:r>
              <a:t>• 真正重要的不是某一个 demo，而是 **工具治理、状态管理、上下文控制**；</a:t>
            </a:r>
          </a:p>
          <a:p>
            <a:pPr>
              <a:spcAft>
                <a:spcPts val="800"/>
              </a:spcAft>
              <a:defRPr sz="1800"/>
            </a:pPr>
            <a:r>
              <a:t>• Claude Cookbooks 在这一块的演进方向，非常明显地指向更真实的 Agent 工程。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**Using a calculator tool with Claude**：最基础的工具调用示例：让 Claude 借助计算器。（[原文](https://github.com/anthropic...</a:t>
            </a:r>
          </a:p>
          <a:p>
            <a:pPr>
              <a:spcAft>
                <a:spcPts val="800"/>
              </a:spcAft>
              <a:defRPr sz="1800"/>
            </a:pPr>
            <a:r>
              <a:t>• **Creating a customer service agent with client-side tools**：用客户查询、订单查询、取消订单等工具搭建客服代理。（[原文](https://...</a:t>
            </a:r>
          </a:p>
          <a:p>
            <a:pPr>
              <a:spcAft>
                <a:spcPts val="800"/>
              </a:spcAft>
              <a:defRPr sz="1800"/>
            </a:pPr>
            <a:r>
              <a:t>• **Extracting structured JSON using Claude and tool use**：用工具调用把抽取结果稳定约束成结构化 JSON。（[原文](https://githu...</a:t>
            </a:r>
          </a:p>
          <a:p>
            <a:pPr>
              <a:spcAft>
                <a:spcPts val="800"/>
              </a:spcAft>
              <a:defRPr sz="1800"/>
            </a:pPr>
            <a:r>
              <a:t>• **Memory &amp; context management with Claude Sonnet 4.6**：面向代理应用的持久记忆、上下文编辑与状态管理。（[原文](https://github.c...</a:t>
            </a:r>
          </a:p>
          <a:p>
            <a:pPr>
              <a:spcAft>
                <a:spcPts val="800"/>
              </a:spcAft>
              <a:defRPr sz="1800"/>
            </a:pPr>
            <a:r>
              <a:t>• **Parallel tool calls on Claude 3.7 Sonnet**：通过 meta-pattern 让 Claude 更高效地并行调用工具。（[原文](https://githu...</a:t>
            </a:r>
          </a:p>
          <a:p>
            <a:pPr>
              <a:spcAft>
                <a:spcPts val="800"/>
              </a:spcAft>
              <a:defRPr sz="1800"/>
            </a:pPr>
            <a:r>
              <a:t>• **Tool choice**：控制 Claude 在自动、强制、禁用等不同模式下如何选工具。（[原文](https://github.com/anthropics/claude-cookbooks/...</a:t>
            </a:r>
          </a:p>
          <a:p>
            <a:pPr>
              <a:spcAft>
                <a:spcPts val="800"/>
              </a:spcAft>
              <a:defRPr sz="1800"/>
            </a:pPr>
            <a:r>
              <a:t>• **Note-saving tool with Pydantic and Anthropic tool use**：用 Pydantic 定义更可靠、更类型安全的工具接口。（[原文](https://...</a:t>
            </a:r>
          </a:p>
          <a:p>
            <a:pPr>
              <a:spcAft>
                <a:spcPts val="800"/>
              </a:spcAft>
              <a:defRPr sz="1800"/>
            </a:pPr>
            <a:r>
              <a:t>• **Using vision with tools**：把视觉输入与工具调用结合，做结构化提取。（[原文](https://github.com/anthropics/claude-cookbooks...</a:t>
            </a:r>
          </a:p>
          <a:p>
            <a:pPr>
              <a:spcAft>
                <a:spcPts val="800"/>
              </a:spcAft>
              <a:defRPr sz="1800"/>
            </a:pPr>
            <a:r>
              <a:t>• **Programmatic tool calling (PTC)**：让 Claude 在代码执行环境里以程序化方式调用工具，降低延迟与 token 消耗。（[原文](https://github....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**Tool search with embeddings**：当工具很多时，用 embedding 做语义匹配与动态工具发现。（[原文](https://github.com/anthropics/...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**Automatic context compaction**：在长流程代理中自动压缩上下文，管理 token 预算。（[原文](https://github.com/anthropics/clau...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[tool_use 目录](https://github.com/anthropics/claude-cookbooks/tree/main/tool_use)</a:t>
            </a:r>
          </a:p>
          <a:p>
            <a:pPr>
              <a:spcAft>
                <a:spcPts val="800"/>
              </a:spcAft>
              <a:defRPr sz="1800"/>
            </a:pPr>
            <a:r>
              <a:t>• [recipes 注册表](https://raw.githubusercontent.com/anthropics/claude-cookbooks/main/registry.yaml)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
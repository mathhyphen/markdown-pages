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为什么这一组最像“工程实战”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怎样拿到稳定 JSON；</a:t>
            </a:r>
          </a:p>
          <a:p>
            <a:pPr>
              <a:spcAft>
                <a:spcPts val="800"/>
              </a:spcAft>
              <a:defRPr sz="1800"/>
            </a:pPr>
            <a:r>
              <a:t>• 如何控制成本；</a:t>
            </a:r>
          </a:p>
          <a:p>
            <a:pPr>
              <a:spcAft>
                <a:spcPts val="800"/>
              </a:spcAft>
              <a:defRPr sz="1800"/>
            </a:pPr>
            <a:r>
              <a:t>• 怎样管理长上下文；</a:t>
            </a:r>
          </a:p>
          <a:p>
            <a:pPr>
              <a:spcAft>
                <a:spcPts val="800"/>
              </a:spcAft>
              <a:defRPr sz="1800"/>
            </a:pPr>
            <a:r>
              <a:t>• 怎样给回答加引用；</a:t>
            </a:r>
          </a:p>
          <a:p>
            <a:pPr>
              <a:spcAft>
                <a:spcPts val="800"/>
              </a:spcAft>
              <a:defRPr sz="1800"/>
            </a:pPr>
            <a:r>
              <a:t>• 怎样评估系统，而不是靠感觉；</a:t>
            </a:r>
          </a:p>
          <a:p>
            <a:pPr>
              <a:spcAft>
                <a:spcPts val="800"/>
              </a:spcAft>
              <a:defRPr sz="1800"/>
            </a:pPr>
            <a:r>
              <a:t>• 怎样知道到底花了多少钱、哪个环节最慢；</a:t>
            </a:r>
          </a:p>
          <a:p>
            <a:pPr>
              <a:spcAft>
                <a:spcPts val="800"/>
              </a:spcAft>
              <a:defRPr sz="1800"/>
            </a:pPr>
            <a:r>
              <a:t>• 怎样在超长输出、批量处理这类边界情况下仍然可用。 这一组 notebook 的价值就在这里：它们让你看到 **LLM 应用的非功能性要求**。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结构化输出：JSON、引用与可核查性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**Prompting Claude for JSON mode**：通过提示工程稳定拿到 JSON 输出。（[原文](https://github.com/anthropics/claude-coo...</a:t>
            </a:r>
          </a:p>
          <a:p>
            <a:pPr>
              <a:spcAft>
                <a:spcPts val="800"/>
              </a:spcAft>
              <a:defRPr sz="1800"/>
            </a:pPr>
            <a:r>
              <a:t>• **Citations**：让 Claude 在基于文档回答时带上引用来源。（[原文](https://github.com/anthropics/claude-cookbooks/blob/main...</a:t>
            </a:r>
          </a:p>
          <a:p>
            <a:pPr>
              <a:spcAft>
                <a:spcPts val="800"/>
              </a:spcAft>
              <a:defRPr sz="1800"/>
            </a:pPr>
            <a:r>
              <a:t>• **Extracting structured JSON using Claude and tool use**：用工具调用把抽取结果稳定约束成结构化 JSON。（[原文](https://githu...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上下文与成本：缓存、压缩、批处理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**Batch processing with Message Batches API**：用批处理 API 低成本处理大批量请求。（[原文](https://github.com/anthropic...</a:t>
            </a:r>
          </a:p>
          <a:p>
            <a:pPr>
              <a:spcAft>
                <a:spcPts val="800"/>
              </a:spcAft>
              <a:defRPr sz="1800"/>
            </a:pPr>
            <a:r>
              <a:t>• **Prompt caching through the Claude API**：复用上下文缓存以降低成本、提升响应速度。（[原文](https://github.com/anthropics/cl...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**Session memory compaction**：在长对话/长代理流程里压缩会话记忆，控制上下文长度。（[原文](https://github.com/anthropics/claude-c...</a:t>
            </a:r>
          </a:p>
          <a:p>
            <a:pPr>
              <a:spcAft>
                <a:spcPts val="800"/>
              </a:spcAft>
              <a:defRPr sz="1800"/>
            </a:pPr>
            <a:r>
              <a:t>• **Speculative prompt caching**：在用户输入完成前预热缓存，缩短首 token 等待时间。（[原文](https://github.com/anthropics/claud...</a:t>
            </a:r>
          </a:p>
          <a:p>
            <a:pPr>
              <a:spcAft>
                <a:spcPts val="800"/>
              </a:spcAft>
              <a:defRPr sz="1800"/>
            </a:pPr>
            <a:r>
              <a:t>• **Automatic context compaction**：在长流程代理中自动压缩上下文，管理 token 预算。（[原文](https://github.com/anthropics/clau...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思考与推理：Extended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**Extended thinking**：介绍 extended thinking 的思路、预算管理和透明推理体验。（[原文](https://github.com/anthropics/claud...</a:t>
            </a:r>
          </a:p>
          <a:p>
            <a:pPr>
              <a:spcAft>
                <a:spcPts val="800"/>
              </a:spcAft>
              <a:defRPr sz="1800"/>
            </a:pPr>
            <a:r>
              <a:t>• **Extended thinking with tool use**：把 extended thinking 与工具调用结合，覆盖多步任务场景。（[原文](https://github.com/an...</a:t>
            </a:r>
          </a:p>
          <a:p>
            <a:pPr>
              <a:spcAft>
                <a:spcPts val="800"/>
              </a:spcAft>
              <a:defRPr sz="1800"/>
            </a:pPr>
            <a:r>
              <a:t>• 先判断；</a:t>
            </a:r>
          </a:p>
          <a:p>
            <a:pPr>
              <a:spcAft>
                <a:spcPts val="800"/>
              </a:spcAft>
              <a:defRPr sz="1800"/>
            </a:pPr>
            <a:r>
              <a:t>• 再搜集；</a:t>
            </a:r>
          </a:p>
          <a:p>
            <a:pPr>
              <a:spcAft>
                <a:spcPts val="800"/>
              </a:spcAft>
              <a:defRPr sz="1800"/>
            </a:pPr>
            <a:r>
              <a:t>• 再调用工具；</a:t>
            </a:r>
          </a:p>
          <a:p>
            <a:pPr>
              <a:spcAft>
                <a:spcPts val="800"/>
              </a:spcAft>
              <a:defRPr sz="1800"/>
            </a:pPr>
            <a:r>
              <a:t>• 最后综合。 这比“单发 prompt”更接近真实工作流。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5. 评测与质量保障：不要只看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**Building evals**：搭建评测系统来衡量和改进 Claude 的输出质量。（[原文](https://github.com/anthropics/claude-cookbooks/bl...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**Generate synthetic test data for your prompt template**：自动生成测试样例来评估和改进 prompt。（[原文](https://github...</a:t>
            </a:r>
          </a:p>
          <a:p>
            <a:pPr>
              <a:spcAft>
                <a:spcPts val="800"/>
              </a:spcAft>
              <a:defRPr sz="1800"/>
            </a:pPr>
            <a:r>
              <a:t>• **Tool evaluation**：并行评估工具本身的表现，而不是只评估最终回答。（[原文](https://github.com/anthropics/claude-cookbooks/blob...</a:t>
            </a:r>
          </a:p>
          <a:p>
            <a:pPr>
              <a:spcAft>
                <a:spcPts val="800"/>
              </a:spcAft>
              <a:defRPr sz="1800"/>
            </a:pPr>
            <a:r>
              <a:t>• 建立业务指标；</a:t>
            </a:r>
          </a:p>
          <a:p>
            <a:pPr>
              <a:spcAft>
                <a:spcPts val="800"/>
              </a:spcAft>
              <a:defRPr sz="1800"/>
            </a:pPr>
            <a:r>
              <a:t>• 先自动生成测试样例；</a:t>
            </a:r>
          </a:p>
          <a:p>
            <a:pPr>
              <a:spcAft>
                <a:spcPts val="800"/>
              </a:spcAft>
              <a:defRPr sz="1800"/>
            </a:pPr>
            <a:r>
              <a:t>• 把工具本身也拿出来单独评估。 尤其 `tool_evaluation` 很关键，因为多步 Agent 里，最终失败未必是模型的锅，也可能是工具本身的设计、权限、延迟或返回格式有问题。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6. 可观测性：用量与成本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**Usage &amp; cost Admin API cookbook**：通过 Admin API 拉取 Claude API 的用量与成本数据。（[原文](https://github.com/ant...</a:t>
            </a:r>
          </a:p>
          <a:p>
            <a:pPr>
              <a:spcAft>
                <a:spcPts val="800"/>
              </a:spcAft>
              <a:defRPr sz="1800"/>
            </a:pPr>
            <a:r>
              <a:t>• 谁在花钱；</a:t>
            </a:r>
          </a:p>
          <a:p>
            <a:pPr>
              <a:spcAft>
                <a:spcPts val="800"/>
              </a:spcAft>
              <a:defRPr sz="1800"/>
            </a:pPr>
            <a:r>
              <a:t>• 哪个应用最贵；</a:t>
            </a:r>
          </a:p>
          <a:p>
            <a:pPr>
              <a:spcAft>
                <a:spcPts val="800"/>
              </a:spcAft>
              <a:defRPr sz="1800"/>
            </a:pPr>
            <a:r>
              <a:t>• 哪个模型最耗；</a:t>
            </a:r>
          </a:p>
          <a:p>
            <a:pPr>
              <a:spcAft>
                <a:spcPts val="800"/>
              </a:spcAft>
              <a:defRPr sz="1800"/>
            </a:pPr>
            <a:r>
              <a:t>• 哪类请求增长最快。 如果没有可观测性，LLM 系统的成本治理几乎无从谈起。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其他很实用但容易被忽略的内容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**Building a moderation filter with Claude**：用提示规则自定义内容审核/风控过滤器。（[原文](https://github.com/anthropics/...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**How to make SQL queries with Claude**：在给定数据库 schema 的前提下，让 Claude 生成 SQL。（[原文](https://github.com/...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**Metaprompt**：用元提示帮你从空白页出发，生成更好的初始 prompt。（[原文](https://github.com/anthropics/claude-cookbooks/blob...</a:t>
            </a:r>
          </a:p>
          <a:p>
            <a:pPr>
              <a:spcAft>
                <a:spcPts val="800"/>
              </a:spcAft>
              <a:defRPr sz="1800"/>
            </a:pPr>
            <a:r>
              <a:t>• **Uploading PDFs to Claude via the API**：通过 API 解析 PDF、提取文本，并交给 Claude 总结。（[原文](https://github.com/a...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**Summarizing web page content with Claude 3 Haiku**：抓取网页正文并用 Haiku 做快速摘要。（[原文](https://github.com/a...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**Sampling responses from Claude beyond the max tokens limit**：用 continuation / prefill 的方式绕过单次 max_...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8. 如果只挑 5 篇，我会选这些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**Extended thinking with tool use**：把 extended thinking 与工具调用结合，覆盖多步任务场景。（[原文](https://github.com/an...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evals**：搭建评测系统来衡量和改进 Claude 的输出质量。（[原文](https://github.com/anthropics/claude-cookbooks/bl...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**Prompt caching through the Claude API**：复用上下文缓存以降低成本、提升响应速度。（[原文](https://github.com/anthropics/cl...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**Citations**：让 Claude 在基于文档回答时带上引用来源。（[原文](https://github.com/anthropics/claude-cookbooks/blob/main...</a:t>
            </a:r>
          </a:p>
          <a:p>
            <a:pPr>
              <a:spcAft>
                <a:spcPts val="800"/>
              </a:spcAft>
              <a:defRPr sz="1800"/>
            </a:pPr>
            <a:r>
              <a:t>• **Usage &amp; cost Admin API cookbook**：通过 Admin API 拉取 Claude API 的用量与成本数据。（[原文](https://github.com/ant...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9.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这一组内容最不花哨，但最接近真正的生产需求；</a:t>
            </a:r>
          </a:p>
          <a:p>
            <a:pPr>
              <a:spcAft>
                <a:spcPts val="800"/>
              </a:spcAft>
              <a:defRPr sz="1800"/>
            </a:pPr>
            <a:r>
              <a:t>• 工程化不是多接几个 tool，而是把 **输出稳定性、可评测性、成本、上下文、速度** 一起考虑；</a:t>
            </a:r>
          </a:p>
          <a:p>
            <a:pPr>
              <a:spcAft>
                <a:spcPts val="800"/>
              </a:spcAft>
              <a:defRPr sz="1800"/>
            </a:pPr>
            <a:r>
              <a:t>• 如果你要做长期应用，应该把这些 notebook 当成“上线指南”。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**Extended thinking**：介绍 extended thinking 的思路、预算管理和透明推理体验。（[原文](https://github.com/anthropics/claud...</a:t>
            </a:r>
          </a:p>
          <a:p>
            <a:pPr>
              <a:spcAft>
                <a:spcPts val="800"/>
              </a:spcAft>
              <a:defRPr sz="1800"/>
            </a:pPr>
            <a:r>
              <a:t>• **Extended thinking with tool use**：把 extended thinking 与工具调用结合，覆盖多步任务场景。（[原文](https://github.com/an...</a:t>
            </a:r>
          </a:p>
          <a:p>
            <a:pPr>
              <a:spcAft>
                <a:spcPts val="800"/>
              </a:spcAft>
              <a:defRPr sz="1800"/>
            </a:pPr>
            <a:r>
              <a:t>• **Batch processing with Message Batches API**：用批处理 API 低成本处理大批量请求。（[原文](https://github.com/anthropic...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evals**：搭建评测系统来衡量和改进 Claude 的输出质量。（[原文](https://github.com/anthropics/claude-cookbooks/bl...</a:t>
            </a:r>
          </a:p>
          <a:p>
            <a:pPr>
              <a:spcAft>
                <a:spcPts val="800"/>
              </a:spcAft>
              <a:defRPr sz="1800"/>
            </a:pPr>
            <a:r>
              <a:t>• **Building a moderation filter with Claude**：用提示规则自定义内容审核/风控过滤器。（[原文](https://github.com/anthropics/...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**Generate synthetic test data for your prompt template**：自动生成测试样例来评估和改进 prompt。（[原文](https://github...</a:t>
            </a:r>
          </a:p>
          <a:p>
            <a:pPr>
              <a:spcAft>
                <a:spcPts val="800"/>
              </a:spcAft>
              <a:defRPr sz="1800"/>
            </a:pPr>
            <a:r>
              <a:t>• **Prompting Claude for JSON mode**：通过提示工程稳定拿到 JSON 输出。（[原文](https://github.com/anthropics/claude-coo...</a:t>
            </a:r>
          </a:p>
          <a:p>
            <a:pPr>
              <a:spcAft>
                <a:spcPts val="800"/>
              </a:spcAft>
              <a:defRPr sz="1800"/>
            </a:pPr>
            <a:r>
              <a:t>• **How to make SQL queries with Claude**：在给定数据库 schema 的前提下，让 Claude 生成 SQL。（[原文](https://github.com/...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**Metaprompt**：用元提示帮你从空白页出发，生成更好的初始 prompt。（[原文](https://github.com/anthropics/claude-cookbooks/blob...</a:t>
            </a:r>
          </a:p>
          <a:p>
            <a:pPr>
              <a:spcAft>
                <a:spcPts val="800"/>
              </a:spcAft>
              <a:defRPr sz="1800"/>
            </a:pPr>
            <a:r>
              <a:t>• **Uploading PDFs to Claude via the API**：通过 API 解析 PDF、提取文本，并交给 Claude 总结。（[原文](https://github.com/a...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**Prompt caching through the Claude API**：复用上下文缓存以降低成本、提升响应速度。（[原文](https://github.com/anthropics/cl...</a:t>
            </a:r>
          </a:p>
          <a:p>
            <a:pPr>
              <a:spcAft>
                <a:spcPts val="800"/>
              </a:spcAft>
              <a:defRPr sz="1800"/>
            </a:pPr>
            <a:r>
              <a:t>• **Session memory compaction**：在长对话/长代理流程里压缩会话记忆，控制上下文长度。（[原文](https://github.com/anthropics/claude-c...</a:t>
            </a:r>
          </a:p>
          <a:p>
            <a:pPr>
              <a:spcAft>
                <a:spcPts val="800"/>
              </a:spcAft>
              <a:defRPr sz="1800"/>
            </a:pPr>
            <a:r>
              <a:t>• **Summarizing web page content with Claude 3 Haiku**：抓取网页正文并用 Haiku 做快速摘要。（[原文](https://github.com/a...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**Sampling responses from Claude beyond the max tokens limit**：用 continuation / prefill 的方式绕过单次 max_...</a:t>
            </a:r>
          </a:p>
          <a:p>
            <a:pPr>
              <a:spcAft>
                <a:spcPts val="800"/>
              </a:spcAft>
              <a:defRPr sz="1800"/>
            </a:pPr>
            <a:r>
              <a:t>• **Speculative prompt caching**：在用户输入完成前预热缓存，缩短首 token 等待时间。（[原文](https://github.com/anthropics/claud...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[misc 目录](https://github.com/anthropics/claude-cookbooks/tree/main/misc)</a:t>
            </a:r>
          </a:p>
          <a:p>
            <a:pPr>
              <a:spcAft>
                <a:spcPts val="800"/>
              </a:spcAft>
              <a:defRPr sz="1800"/>
            </a:pPr>
            <a:r>
              <a:t>• [extended_thinking 目录](https://github.com/anthropics/claude-cookbooks/tree/main/extended_thinking)</a:t>
            </a:r>
          </a:p>
          <a:p>
            <a:pPr>
              <a:spcAft>
                <a:spcPts val="800"/>
              </a:spcAft>
              <a:defRPr sz="1800"/>
            </a:pPr>
            <a:r>
              <a:t>• [observability 目录](https://github.com/anthropics/claude-cookbooks/tree/main/observability)</a:t>
            </a:r>
          </a:p>
          <a:p>
            <a:pPr>
              <a:spcAft>
                <a:spcPts val="800"/>
              </a:spcAft>
              <a:defRPr sz="1800"/>
            </a:pPr>
            <a:r>
              <a:t>• [tool_evaluation 目录](https://github.com/anthropics/claude-cookbooks/tree/main/tool_evaluation)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
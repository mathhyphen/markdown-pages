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想快速知道 `anthropics/claude-cookbooks` 里到底有什么；</a:t>
            </a:r>
          </a:p>
          <a:p>
            <a:pPr>
              <a:spcAft>
                <a:spcPts val="800"/>
              </a:spcAft>
              <a:defRPr sz="1800"/>
            </a:pPr>
            <a:r>
              <a:t>• 想根据自己的场景，跳到最相关的 notebook；</a:t>
            </a:r>
          </a:p>
          <a:p>
            <a:pPr>
              <a:spcAft>
                <a:spcPts val="800"/>
              </a:spcAft>
              <a:defRPr sz="1800"/>
            </a:pPr>
            <a:r>
              <a:t>• 想把这些内容整理成博客、知识库或团队内部学习资料。 当前整理范围基于仓库中的 recipes / notebooks 注册表，总计 **66** 个 recipe，重点板块包括：`misc` 14 篇...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这套文章怎么读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**地图**：先理解仓库本身是怎么组织的；</a:t>
            </a:r>
          </a:p>
          <a:p>
            <a:pPr>
              <a:spcAft>
                <a:spcPts val="800"/>
              </a:spcAft>
              <a:defRPr sz="1800"/>
            </a:pPr>
            <a:r>
              <a:t>• **能力**：再看 Claude 在分类、RAG、摘要、多模态、工具调用上的“原子能力”；</a:t>
            </a:r>
          </a:p>
          <a:p>
            <a:pPr>
              <a:spcAft>
                <a:spcPts val="800"/>
              </a:spcAft>
              <a:defRPr sz="1800"/>
            </a:pPr>
            <a:r>
              <a:t>• **模式**：然后看 Agent 模式和 SDK；</a:t>
            </a:r>
          </a:p>
          <a:p>
            <a:pPr>
              <a:spcAft>
                <a:spcPts val="800"/>
              </a:spcAft>
              <a:defRPr sz="1800"/>
            </a:pPr>
            <a:r>
              <a:t>• **工程化**：最后看缓存、评测、引用、成本、发布与二次创作。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仓库首页](https://github.com/anthropics/claude-cookbooks)</a:t>
            </a:r>
          </a:p>
          <a:p>
            <a:pPr>
              <a:spcAft>
                <a:spcPts val="800"/>
              </a:spcAft>
              <a:defRPr sz="1800"/>
            </a:pPr>
            <a:r>
              <a:t>• [registry.yaml（所有 recipes 注册表）](https://raw.githubusercontent.com/anthropics/claude-cookbooks/main/r...</a:t>
            </a:r>
          </a:p>
          <a:p>
            <a:pPr>
              <a:spcAft>
                <a:spcPts val="800"/>
              </a:spcAft>
              <a:defRPr sz="1800"/>
            </a:pPr>
            <a:r>
              <a:t>• [Anthropic 开发文档](https://docs.claude.com)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
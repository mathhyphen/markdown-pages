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想快速知道 `anthropics/claude-cookbooks` 里到底有什么；</a:t>
            </a:r>
          </a:p>
          <a:p>
            <a:pPr>
              <a:spcAft>
                <a:spcPts val="800"/>
              </a:spcAft>
              <a:defRPr sz="1800"/>
            </a:pPr>
            <a:r>
              <a:t>• 想根据自己的场景，跳到最相关的 notebook；</a:t>
            </a:r>
          </a:p>
          <a:p>
            <a:pPr>
              <a:spcAft>
                <a:spcPts val="800"/>
              </a:spcAft>
              <a:defRPr sz="1800"/>
            </a:pPr>
            <a:r>
              <a:t>• 想把这些内容整理成博客、知识库或团队内部学习资料。 当前整理范围基于仓库中的 recipes / notebooks 注册表，总计 **66** 个 recipe，重点板块包括：`misc` 14 篇...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系列导航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中文导读](index.html)</a:t>
            </a:r>
          </a:p>
          <a:p>
            <a:pPr>
              <a:spcAft>
                <a:spcPts val="800"/>
              </a:spcAft>
              <a:defRPr sz="1800"/>
            </a:pPr>
            <a:r>
              <a:t>• [01｜仓库总览：Claude Cookbooks 到底在教什么](01-repo-overview.html)</a:t>
            </a:r>
          </a:p>
          <a:p>
            <a:pPr>
              <a:spcAft>
                <a:spcPts val="800"/>
              </a:spcAft>
              <a:defRPr sz="1800"/>
            </a:pPr>
            <a:r>
              <a:t>• [02｜基础能力篇：分类、RAG、摘要与 Text-to-SQL](02-capabilities.html)</a:t>
            </a:r>
          </a:p>
          <a:p>
            <a:pPr>
              <a:spcAft>
                <a:spcPts val="800"/>
              </a:spcAft>
              <a:defRPr sz="1800"/>
            </a:pPr>
            <a:r>
              <a:t>• [03｜工具调用篇：从函数调用到工具生态](03-tool-use.html)</a:t>
            </a:r>
          </a:p>
          <a:p>
            <a:pPr>
              <a:spcAft>
                <a:spcPts val="800"/>
              </a:spcAft>
              <a:defRPr sz="1800"/>
            </a:pPr>
            <a:r>
              <a:t>• [04｜多模态篇：视觉、文档、图表与图像理解](04-multimodal.html)</a:t>
            </a:r>
          </a:p>
          <a:p>
            <a:pPr>
              <a:spcAft>
                <a:spcPts val="800"/>
              </a:spcAft>
              <a:defRPr sz="1800"/>
            </a:pPr>
            <a:r>
              <a:t>• [05｜Agent 模式篇：链式、并行、路由与编排](05-agent-patterns.html)</a:t>
            </a:r>
          </a:p>
          <a:p>
            <a:pPr>
              <a:spcAft>
                <a:spcPts val="800"/>
              </a:spcAft>
              <a:defRPr sz="1800"/>
            </a:pPr>
            <a:r>
              <a:t>• [06｜Claude Agent SDK 篇：把模式落成真正的代理](06-claude-agent-sdk.html)</a:t>
            </a:r>
          </a:p>
          <a:p>
            <a:pPr>
              <a:spcAft>
                <a:spcPts val="800"/>
              </a:spcAft>
              <a:defRPr sz="1800"/>
            </a:pPr>
            <a:r>
              <a:t>• [07｜响应工程篇：JSON、缓存、引用、评测与成本](07-responses-and-performance.html)</a:t>
            </a:r>
          </a:p>
          <a:p>
            <a:pPr>
              <a:spcAft>
                <a:spcPts val="800"/>
              </a:spcAft>
              <a:defRPr sz="1800"/>
            </a:pPr>
            <a:r>
              <a:t>• [08｜生态集成篇：LlamaIndex、Pinecone、MongoDB、音频与语音](08-integrations.html)</a:t>
            </a:r>
          </a:p>
          <a:p>
            <a:pPr>
              <a:spcAft>
                <a:spcPts val="800"/>
              </a:spcAft>
              <a:defRPr sz="1800"/>
            </a:pPr>
            <a:r>
              <a:t>• [09｜Skills、微调与垂直化能力](09-skills-finetuning.html)</a:t>
            </a:r>
          </a:p>
          <a:p>
            <a:pPr>
              <a:spcAft>
                <a:spcPts val="800"/>
              </a:spcAft>
              <a:defRPr sz="1800"/>
            </a:pPr>
            <a:r>
              <a:t>• [10｜完整索引：66 个 Claude Cookbooks 逐条导读](10-full-inventory.html)</a:t>
            </a:r>
          </a:p>
          <a:p>
            <a:pPr>
              <a:spcAft>
                <a:spcPts val="800"/>
              </a:spcAft>
              <a:defRPr sz="1800"/>
            </a:pPr>
            <a:r>
              <a:t>• [11｜发布篇：把这套文章放到 GitHub Pages](11-github-pages-deploy.html)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这套文章怎么读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**地图**：先理解仓库本身是怎么组织的；</a:t>
            </a:r>
          </a:p>
          <a:p>
            <a:pPr>
              <a:spcAft>
                <a:spcPts val="800"/>
              </a:spcAft>
              <a:defRPr sz="1800"/>
            </a:pPr>
            <a:r>
              <a:t>• **能力**：再看 Claude 在分类、RAG、摘要、多模态、工具调用上的“原子能力”；</a:t>
            </a:r>
          </a:p>
          <a:p>
            <a:pPr>
              <a:spcAft>
                <a:spcPts val="800"/>
              </a:spcAft>
              <a:defRPr sz="1800"/>
            </a:pPr>
            <a:r>
              <a:t>• **模式**：然后看 Agent 模式和 SDK；</a:t>
            </a:r>
          </a:p>
          <a:p>
            <a:pPr>
              <a:spcAft>
                <a:spcPts val="800"/>
              </a:spcAft>
              <a:defRPr sz="1800"/>
            </a:pPr>
            <a:r>
              <a:t>• **工程化**：最后看缓存、评测、引用、成本、发布与二次创作。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原始资料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仓库首页](https://github.com/anthropics/claude-cookbooks)</a:t>
            </a:r>
          </a:p>
          <a:p>
            <a:pPr>
              <a:spcAft>
                <a:spcPts val="800"/>
              </a:spcAft>
              <a:defRPr sz="1800"/>
            </a:pPr>
            <a:r>
              <a:t>• [registry.yaml（所有 recipes 注册表）](https://raw.githubusercontent.com/anthropics/claude-cookbooks/main/r...</a:t>
            </a:r>
          </a:p>
          <a:p>
            <a:pPr>
              <a:spcAft>
                <a:spcPts val="800"/>
              </a:spcAft>
              <a:defRPr sz="1800"/>
            </a:pPr>
            <a:r>
              <a:t>• [Anthropic 开发文档](https://docs.claude.com)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
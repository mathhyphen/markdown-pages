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为什么这组内容很重要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任务拆解方式混乱；</a:t>
            </a:r>
          </a:p>
          <a:p>
            <a:pPr>
              <a:spcAft>
                <a:spcPts val="800"/>
              </a:spcAft>
              <a:defRPr sz="1800"/>
            </a:pPr>
            <a:r>
              <a:t>• 把所有复杂度都塞给一个大模型。 `patterns/agents/` 的价值就在于：把一些经常被神秘化的“Agent 能力”，重新还原成清楚的工作流模式。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三个基础模式：链式、并行、路由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**Basic workflows**：用 prompt chaining、parallelization、routing 三种模式搭建多 LLM 工作流。（[原文](https://github.c...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Prompt 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信息抽取后再格式化；</a:t>
            </a:r>
          </a:p>
          <a:p>
            <a:pPr>
              <a:spcAft>
                <a:spcPts val="800"/>
              </a:spcAft>
              <a:defRPr sz="1800"/>
            </a:pPr>
            <a:r>
              <a:t>• 先理解再生成；</a:t>
            </a:r>
          </a:p>
          <a:p>
            <a:pPr>
              <a:spcAft>
                <a:spcPts val="800"/>
              </a:spcAft>
              <a:defRPr sz="1800"/>
            </a:pPr>
            <a:r>
              <a:t>• 需要中间结果可检查的流程。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Parallelization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多视角分析；</a:t>
            </a:r>
          </a:p>
          <a:p>
            <a:pPr>
              <a:spcAft>
                <a:spcPts val="800"/>
              </a:spcAft>
              <a:defRPr sz="1800"/>
            </a:pPr>
            <a:r>
              <a:t>• 多利益相关者影响评估；</a:t>
            </a:r>
          </a:p>
          <a:p>
            <a:pPr>
              <a:spcAft>
                <a:spcPts val="800"/>
              </a:spcAft>
              <a:defRPr sz="1800"/>
            </a:pPr>
            <a:r>
              <a:t>• 多候选方案并行生成。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工单分流；</a:t>
            </a:r>
          </a:p>
          <a:p>
            <a:pPr>
              <a:spcAft>
                <a:spcPts val="800"/>
              </a:spcAft>
              <a:defRPr sz="1800"/>
            </a:pPr>
            <a:r>
              <a:t>• 任务类型识别；</a:t>
            </a:r>
          </a:p>
          <a:p>
            <a:pPr>
              <a:spcAft>
                <a:spcPts val="800"/>
              </a:spcAft>
              <a:defRPr sz="1800"/>
            </a:pPr>
            <a:r>
              <a:t>• 多业务线共享入口。 这三个模式其实已经能覆盖大量“伪 Agent”场景。 很多时候，你不需要一个复杂自治体，只需要清楚的 workflow design。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生成—评估—优化循环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**Building evals**：搭建评测系统来衡量和改进 Claude 的输出质量。（[原文](https://github.com/anthropics/claude-cookbooks/bl...</a:t>
            </a:r>
          </a:p>
          <a:p>
            <a:pPr>
              <a:spcAft>
                <a:spcPts val="800"/>
              </a:spcAft>
              <a:defRPr sz="1800"/>
            </a:pPr>
            <a:r>
              <a:t>• **Evaluator optimizer**：生成—评估—反馈循环的经典代理模式。（[原文](https://github.com/anthropics/claude-cookbooks/blob/...</a:t>
            </a:r>
          </a:p>
          <a:p>
            <a:pPr>
              <a:spcAft>
                <a:spcPts val="800"/>
              </a:spcAft>
              <a:defRPr sz="1800"/>
            </a:pPr>
            <a:r>
              <a:t>• 需要质量门槛的生成任务；</a:t>
            </a:r>
          </a:p>
          <a:p>
            <a:pPr>
              <a:spcAft>
                <a:spcPts val="800"/>
              </a:spcAft>
              <a:defRPr sz="1800"/>
            </a:pPr>
            <a:r>
              <a:t>• 规范严格的文档写作；</a:t>
            </a:r>
          </a:p>
          <a:p>
            <a:pPr>
              <a:spcAft>
                <a:spcPts val="800"/>
              </a:spcAft>
              <a:defRPr sz="1800"/>
            </a:pPr>
            <a:r>
              <a:t>• 结构化输出纠错；</a:t>
            </a:r>
          </a:p>
          <a:p>
            <a:pPr>
              <a:spcAft>
                <a:spcPts val="800"/>
              </a:spcAft>
              <a:defRPr sz="1800"/>
            </a:pPr>
            <a:r>
              <a:t>• Prompt 自动改进。 这也是“让模型自我改进”最容易走向工程化的一条路，因为它天然与 **评测系统** 相连。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4. Orchestrator + Workers：真正进入代理编排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**Using Haiku as a sub-agent**：用 Haiku 子代理做提取，再用更强模型做综合。（[原文](https://github.com/anthropics/claude-c...</a:t>
            </a:r>
          </a:p>
          <a:p>
            <a:pPr>
              <a:spcAft>
                <a:spcPts val="800"/>
              </a:spcAft>
              <a:defRPr sz="1800"/>
            </a:pPr>
            <a:r>
              <a:t>• **Orchestrator workers**：由中心模型动态分派任务给多个 worker 并合成结果。（[原文](https://github.com/anthropics/claude-cook...</a:t>
            </a:r>
          </a:p>
          <a:p>
            <a:pPr>
              <a:spcAft>
                <a:spcPts val="800"/>
              </a:spcAft>
              <a:defRPr sz="1800"/>
            </a:pPr>
            <a:r>
              <a:t>• **Orchestrator**：负责拆任务、分派任务、收集结果；</a:t>
            </a:r>
          </a:p>
          <a:p>
            <a:pPr>
              <a:spcAft>
                <a:spcPts val="800"/>
              </a:spcAft>
              <a:defRPr sz="1800"/>
            </a:pPr>
            <a:r>
              <a:t>• **Workers**：负责执行各自的子任务；</a:t>
            </a:r>
          </a:p>
          <a:p>
            <a:pPr>
              <a:spcAft>
                <a:spcPts val="800"/>
              </a:spcAft>
              <a:defRPr sz="1800"/>
            </a:pPr>
            <a:r>
              <a:t>• **Synthesizer**：有时由 orchestrator 兼任，负责汇总输出。 这是理解多代理系统最好的起点，因为它避开了很多“自治神话”，直接让你看到： **多代理本质上是任务分工与结果合成...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5. 什么时候不该上复杂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如果流程固定，先用 chaining；</a:t>
            </a:r>
          </a:p>
          <a:p>
            <a:pPr>
              <a:spcAft>
                <a:spcPts val="800"/>
              </a:spcAft>
              <a:defRPr sz="1800"/>
            </a:pPr>
            <a:r>
              <a:t>• 如果任务能独立拆分，先用 parallelization；</a:t>
            </a:r>
          </a:p>
          <a:p>
            <a:pPr>
              <a:spcAft>
                <a:spcPts val="800"/>
              </a:spcAft>
              <a:defRPr sz="1800"/>
            </a:pPr>
            <a:r>
              <a:t>• 如果只是多类型输入，先用 routing；</a:t>
            </a:r>
          </a:p>
          <a:p>
            <a:pPr>
              <a:spcAft>
                <a:spcPts val="800"/>
              </a:spcAft>
              <a:defRPr sz="1800"/>
            </a:pPr>
            <a:r>
              <a:t>• 只有当任务路径会随信息发现而改变时，再认真考虑更强 Agent。 这也是为什么后续 `claude_agent_sdk/` 的研究代理会被放在更靠后的学习路径里。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7. 可写成哪些文章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**别再泛化“Agent”了：其实就是这三种工作流**</a:t>
            </a:r>
          </a:p>
          <a:p>
            <a:pPr>
              <a:spcAft>
                <a:spcPts val="800"/>
              </a:spcAft>
              <a:defRPr sz="1800"/>
            </a:pPr>
            <a:r>
              <a:t>• **什么时候该用 chaining，什么时候该上 orchestrator**</a:t>
            </a:r>
          </a:p>
          <a:p>
            <a:pPr>
              <a:spcAft>
                <a:spcPts val="800"/>
              </a:spcAft>
              <a:defRPr sz="1800"/>
            </a:pPr>
            <a:r>
              <a:t>• **多代理系统不是越多越好**</a:t>
            </a:r>
          </a:p>
          <a:p>
            <a:pPr>
              <a:spcAft>
                <a:spcPts val="800"/>
              </a:spcAft>
              <a:defRPr sz="1800"/>
            </a:pPr>
            <a:r>
              <a:t>• **Evaluator-Optimizer：最值得落地的 Agent 模式之一**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8.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`patterns/agents/` 不是在教“炫酷 Agent”，而是在教 **工作流结构**；</a:t>
            </a:r>
          </a:p>
          <a:p>
            <a:pPr>
              <a:spcAft>
                <a:spcPts val="800"/>
              </a:spcAft>
              <a:defRPr sz="1800"/>
            </a:pPr>
            <a:r>
              <a:t>• 绝大多数实用系统，都可以从 chaining / parallelization / routing 开始；</a:t>
            </a:r>
          </a:p>
          <a:p>
            <a:pPr>
              <a:spcAft>
                <a:spcPts val="800"/>
              </a:spcAft>
              <a:defRPr sz="1800"/>
            </a:pPr>
            <a:r>
              <a:t>• 复杂代理应该是最后一步，而不是第一步。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**Basic workflows**：用 prompt chaining、parallelization、routing 三种模式搭建多 LLM 工作流。（[原文](https://github.c...</a:t>
            </a:r>
          </a:p>
          <a:p>
            <a:pPr>
              <a:spcAft>
                <a:spcPts val="800"/>
              </a:spcAft>
              <a:defRPr sz="1800"/>
            </a:pPr>
            <a:r>
              <a:t>• **Evaluator optimizer**：生成—评估—反馈循环的经典代理模式。（[原文](https://github.com/anthropics/claude-cookbooks/blob/...</a:t>
            </a:r>
          </a:p>
          <a:p>
            <a:pPr>
              <a:spcAft>
                <a:spcPts val="800"/>
              </a:spcAft>
              <a:defRPr sz="1800"/>
            </a:pPr>
            <a:r>
              <a:t>• **Orchestrator workers**：由中心模型动态分派任务给多个 worker 并合成结果。（[原文](https://github.com/anthropics/claude-cook...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相关补充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[claude_agent_sdk 目录](https://github.com/anthropics/claude-cookbooks/tree/main/claude_agent_sdk)</a:t>
            </a:r>
          </a:p>
          <a:p>
            <a:pPr>
              <a:spcAft>
                <a:spcPts val="800"/>
              </a:spcAft>
              <a:defRPr sz="1800"/>
            </a:pPr>
            <a:r>
              <a:t>• [multimodal/using_sub_agents.ipynb](https://github.com/anthropics/claude-cookbooks/blob/main/multimo...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
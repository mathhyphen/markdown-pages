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如何使用这一页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想快速找某个主题，先看目录分组；</a:t>
            </a:r>
          </a:p>
          <a:p>
            <a:pPr>
              <a:spcAft>
                <a:spcPts val="800"/>
              </a:spcAft>
              <a:defRPr sz="1800"/>
            </a:pPr>
            <a:r>
              <a:t>• 想写专栏，直接从这里挑一个子主题继续展开；</a:t>
            </a:r>
          </a:p>
          <a:p>
            <a:pPr>
              <a:spcAft>
                <a:spcPts val="800"/>
              </a:spcAft>
              <a:defRPr sz="1800"/>
            </a:pPr>
            <a:r>
              <a:t>• 想核对是否已经覆盖仓库内容，这一页最省事。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快速统计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总 recipes：**66**</a:t>
            </a:r>
          </a:p>
          <a:p>
            <a:pPr>
              <a:spcAft>
                <a:spcPts val="800"/>
              </a:spcAft>
              <a:defRPr sz="1800"/>
            </a:pPr>
            <a:r>
              <a:t>• 最大的几个板块： - `misc`：14 - `third_party`：13 - `tool_use`：11 - `multimodal`：6 - `capabilities`：5 - `claud...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Capabilities 基础能力（5）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**Classification with Claude** — 用 Claude 做文本/工单分类，示范如何结合 RAG 与推理过程提升分类质量。（`capabilities/classificat...</a:t>
            </a:r>
          </a:p>
          <a:p>
            <a:pPr>
              <a:spcAft>
                <a:spcPts val="800"/>
              </a:spcAft>
              <a:defRPr sz="1800"/>
            </a:pPr>
            <a:r>
              <a:t>• **Enhancing RAG with contextual retrieval** — 通过给 chunk 补充上下文再做 embedding，提升检索质量。（`capabilities/cont...</a:t>
            </a:r>
          </a:p>
          <a:p>
            <a:pPr>
              <a:spcAft>
                <a:spcPts val="800"/>
              </a:spcAft>
              <a:defRPr sz="1800"/>
            </a:pPr>
            <a:r>
              <a:t>• **Retrieval augmented generation** — 从基础 RAG 到评测、summary indexing、reranking 的完整优化路径。（`capabilities/r...</a:t>
            </a:r>
          </a:p>
          <a:p>
            <a:pPr>
              <a:spcAft>
                <a:spcPts val="800"/>
              </a:spcAft>
              <a:defRPr sz="1800"/>
            </a:pPr>
            <a:r>
              <a:t>• **Summarization with Claude** — 以法律文档为例，系统讲解摘要任务、评测与高级技巧。（`capabilities/summarization/guide.ipynb`，[...</a:t>
            </a:r>
          </a:p>
          <a:p>
            <a:pPr>
              <a:spcAft>
                <a:spcPts val="800"/>
              </a:spcAft>
              <a:defRPr sz="1800"/>
            </a:pPr>
            <a:r>
              <a:t>• **Text to SQL with Claude** — 把自然语言问题转换成 SQL，并展示如何用 RAG 与自我改进提升效果。（`capabilities/text_to_sql/guide.i...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Tool Use（11）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**Using a calculator tool with Claude** — 最基础的工具调用示例：让 Claude 借助计算器。（`tool_use/calculator_tool.ipynb...</a:t>
            </a:r>
          </a:p>
          <a:p>
            <a:pPr>
              <a:spcAft>
                <a:spcPts val="800"/>
              </a:spcAft>
              <a:defRPr sz="1800"/>
            </a:pPr>
            <a:r>
              <a:t>• **Creating a customer service agent with client-side tools** — 用客户查询、订单查询、取消订单等工具搭建客服代理。（`tool_use/c...</a:t>
            </a:r>
          </a:p>
          <a:p>
            <a:pPr>
              <a:spcAft>
                <a:spcPts val="800"/>
              </a:spcAft>
              <a:defRPr sz="1800"/>
            </a:pPr>
            <a:r>
              <a:t>• **Extracting structured JSON using Claude and tool use** — 用工具调用把抽取结果稳定约束成结构化 JSON。（`tool_use/extrac...</a:t>
            </a:r>
          </a:p>
          <a:p>
            <a:pPr>
              <a:spcAft>
                <a:spcPts val="800"/>
              </a:spcAft>
              <a:defRPr sz="1800"/>
            </a:pPr>
            <a:r>
              <a:t>• **Memory &amp; context management with Claude Sonnet 4.6** — 面向代理应用的持久记忆、上下文编辑与状态管理。（`tool_use/memory_co...</a:t>
            </a:r>
          </a:p>
          <a:p>
            <a:pPr>
              <a:spcAft>
                <a:spcPts val="800"/>
              </a:spcAft>
              <a:defRPr sz="1800"/>
            </a:pPr>
            <a:r>
              <a:t>• **Parallel tool calls on Claude 3.7 Sonnet** — 通过 meta-pattern 让 Claude 更高效地并行调用工具。（`tool_use/parall...</a:t>
            </a:r>
          </a:p>
          <a:p>
            <a:pPr>
              <a:spcAft>
                <a:spcPts val="800"/>
              </a:spcAft>
              <a:defRPr sz="1800"/>
            </a:pPr>
            <a:r>
              <a:t>• **Tool choice** — 控制 Claude 在自动、强制、禁用等不同模式下如何选工具。（`tool_use/tool_choice.ipynb`，[原文](https://github.c...</a:t>
            </a:r>
          </a:p>
          <a:p>
            <a:pPr>
              <a:spcAft>
                <a:spcPts val="800"/>
              </a:spcAft>
              <a:defRPr sz="1800"/>
            </a:pPr>
            <a:r>
              <a:t>• **Note-saving tool with Pydantic and Anthropic tool use** — 用 Pydantic 定义更可靠、更类型安全的工具接口。（`tool_use/t...</a:t>
            </a:r>
          </a:p>
          <a:p>
            <a:pPr>
              <a:spcAft>
                <a:spcPts val="800"/>
              </a:spcAft>
              <a:defRPr sz="1800"/>
            </a:pPr>
            <a:r>
              <a:t>• **Using vision with tools** — 把视觉输入与工具调用结合，做结构化提取。（`tool_use/vision_with_tools.ipynb`，[原文](https://g...</a:t>
            </a:r>
          </a:p>
          <a:p>
            <a:pPr>
              <a:spcAft>
                <a:spcPts val="800"/>
              </a:spcAft>
              <a:defRPr sz="1800"/>
            </a:pPr>
            <a:r>
              <a:t>• **Programmatic tool calling (PTC)** — 让 Claude 在代码执行环境里以程序化方式调用工具，降低延迟与 token 消耗。（`tool_use/programm...</a:t>
            </a:r>
          </a:p>
          <a:p>
            <a:pPr>
              <a:spcAft>
                <a:spcPts val="800"/>
              </a:spcAft>
              <a:defRPr sz="1800"/>
            </a:pPr>
            <a:r>
              <a:t>• **Tool search with embeddings** — 当工具很多时，用 embedding 做语义匹配与动态工具发现。（`tool_use/tool_search_with_embedd...</a:t>
            </a:r>
          </a:p>
          <a:p>
            <a:pPr>
              <a:spcAft>
                <a:spcPts val="800"/>
              </a:spcAft>
              <a:defRPr sz="1800"/>
            </a:pPr>
            <a:r>
              <a:t>• **Automatic context compaction** — 在长流程代理中自动压缩上下文，管理 token 预算。（`tool_use/automatic-context-compactio...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Multimodal（6）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**Getting started with vision** — 从零开始把图片传给 Claude 做视觉理解。（`multimodal/getting_started_with_vision.ip...</a:t>
            </a:r>
          </a:p>
          <a:p>
            <a:pPr>
              <a:spcAft>
                <a:spcPts val="800"/>
              </a:spcAft>
              <a:defRPr sz="1800"/>
            </a:pPr>
            <a:r>
              <a:t>• **Best practices for using vision with Claude** — 总结视觉模型输入、分辨率、任务设计与结果校验的经验。（`multimodal/best_practi...</a:t>
            </a:r>
          </a:p>
          <a:p>
            <a:pPr>
              <a:spcAft>
                <a:spcPts val="800"/>
              </a:spcAft>
              <a:defRPr sz="1800"/>
            </a:pPr>
            <a:r>
              <a:t>• **How to transcribe documents with Claude** — 把图片或 PDF 中的非结构化文本提取成结构化内容。（`multimodal/how_to_transcri...</a:t>
            </a:r>
          </a:p>
          <a:p>
            <a:pPr>
              <a:spcAft>
                <a:spcPts val="800"/>
              </a:spcAft>
              <a:defRPr sz="1800"/>
            </a:pPr>
            <a:r>
              <a:t>• **Working with charts, graphs, and slide decks** — 分析图表、幻灯片和可视化材料。（`multimodal/reading_charts_graphs...</a:t>
            </a:r>
          </a:p>
          <a:p>
            <a:pPr>
              <a:spcAft>
                <a:spcPts val="800"/>
              </a:spcAft>
              <a:defRPr sz="1800"/>
            </a:pPr>
            <a:r>
              <a:t>• **Using Haiku as a sub-agent** — 用 Haiku 子代理做提取，再用更强模型做综合。（`multimodal/using_sub_agents.ipynb`，[原文](...</a:t>
            </a:r>
          </a:p>
          <a:p>
            <a:pPr>
              <a:spcAft>
                <a:spcPts val="800"/>
              </a:spcAft>
              <a:defRPr sz="1800"/>
            </a:pPr>
            <a:r>
              <a:t>• **Giving Claude a crop tool for better image analysis** — 给 Claude 一个裁剪工具，让它放大局部区域进行更细的图像分析。（`multim...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Agent Patterns（3）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**Basic workflows** — 用 prompt chaining、parallelization、routing 三种模式搭建多 LLM 工作流。（`patterns/agents/ba...</a:t>
            </a:r>
          </a:p>
          <a:p>
            <a:pPr>
              <a:spcAft>
                <a:spcPts val="800"/>
              </a:spcAft>
              <a:defRPr sz="1800"/>
            </a:pPr>
            <a:r>
              <a:t>• **Evaluator optimizer** — 生成—评估—反馈循环的经典代理模式。（`patterns/agents/evaluator_optimizer.ipynb`，[原文](https:...</a:t>
            </a:r>
          </a:p>
          <a:p>
            <a:pPr>
              <a:spcAft>
                <a:spcPts val="800"/>
              </a:spcAft>
              <a:defRPr sz="1800"/>
            </a:pPr>
            <a:r>
              <a:t>• **Orchestrator workers** — 由中心模型动态分派任务给多个 worker 并合成结果。（`patterns/agents/orchestrator_workers.ipynb`...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Claude Agent SDK（5）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**The one-liner research agent** — 使用 Claude Agent SDK 和 WebSearch 构建最小化研究代理。（`claude_agent_sdk/00_T...</a:t>
            </a:r>
          </a:p>
          <a:p>
            <a:pPr>
              <a:spcAft>
                <a:spcPts val="800"/>
              </a:spcAft>
              <a:defRPr sz="1800"/>
            </a:pPr>
            <a:r>
              <a:t>• **The chief of staff agent** — 用子代理、hooks、output styles 与 plan mode 组织多代理工作流。（`claude_agent_sdk/01_T...</a:t>
            </a:r>
          </a:p>
          <a:p>
            <a:pPr>
              <a:spcAft>
                <a:spcPts val="800"/>
              </a:spcAft>
              <a:defRPr sz="1800"/>
            </a:pPr>
            <a:r>
              <a:t>• **The observability agent** — 通过 MCP 把代理连接到 GitHub 等外部系统，做监控与 CI 工作流。（`claude_agent_sdk/02_The_obser...</a:t>
            </a:r>
          </a:p>
          <a:p>
            <a:pPr>
              <a:spcAft>
                <a:spcPts val="800"/>
              </a:spcAft>
              <a:defRPr sz="1800"/>
            </a:pPr>
            <a:r>
              <a:t>• **The site reliability agent** — 面向 SRE/事故响应，展示可读写 MCP 工具下的诊断、修复与复盘。（`claude_agent_sdk/03_The_site_r...</a:t>
            </a:r>
          </a:p>
          <a:p>
            <a:pPr>
              <a:spcAft>
                <a:spcPts val="800"/>
              </a:spcAft>
              <a:defRPr sz="1800"/>
            </a:pPr>
            <a:r>
              <a:t>• **Migrating from the OpenAI Agents SDK** — 把 OpenAI Agents SDK 应用迁移到 Claude Agent SDK。（`claude_agent...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Responses / Misc（14）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**Batch processing with Message Batches API** — 用批处理 API 低成本处理大批量请求。（`misc/batch_processing.ipynb`，[...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evals** — 搭建评测系统来衡量和改进 Claude 的输出质量。（`misc/building_evals.ipynb`，[原文](https://github.com/...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a moderation filter with Claude** — 用提示规则自定义内容审核/风控过滤器。（`misc/building_moderation_filter....</a:t>
            </a:r>
          </a:p>
          <a:p>
            <a:pPr>
              <a:spcAft>
                <a:spcPts val="800"/>
              </a:spcAft>
              <a:defRPr sz="1800"/>
            </a:pPr>
            <a:r>
              <a:t>• **Generate synthetic test data for your prompt template** — 自动生成测试样例来评估和改进 prompt。（`misc/generate_te...</a:t>
            </a:r>
          </a:p>
          <a:p>
            <a:pPr>
              <a:spcAft>
                <a:spcPts val="800"/>
              </a:spcAft>
              <a:defRPr sz="1800"/>
            </a:pPr>
            <a:r>
              <a:t>• **Prompting Claude for JSON mode** — 通过提示工程稳定拿到 JSON 输出。（`misc/how_to_enable_json_mode.ipynb`，[原文](h...</a:t>
            </a:r>
          </a:p>
          <a:p>
            <a:pPr>
              <a:spcAft>
                <a:spcPts val="800"/>
              </a:spcAft>
              <a:defRPr sz="1800"/>
            </a:pPr>
            <a:r>
              <a:t>• **How to make SQL queries with Claude** — 在给定数据库 schema 的前提下，让 Claude 生成 SQL。（`misc/how_to_make_sql_...</a:t>
            </a:r>
          </a:p>
          <a:p>
            <a:pPr>
              <a:spcAft>
                <a:spcPts val="800"/>
              </a:spcAft>
              <a:defRPr sz="1800"/>
            </a:pPr>
            <a:r>
              <a:t>• **Metaprompt** — 用元提示帮你从空白页出发，生成更好的初始 prompt。（`misc/metaprompt.ipynb`，[原文](https://github.com/anthro...</a:t>
            </a:r>
          </a:p>
          <a:p>
            <a:pPr>
              <a:spcAft>
                <a:spcPts val="800"/>
              </a:spcAft>
              <a:defRPr sz="1800"/>
            </a:pPr>
            <a:r>
              <a:t>• **Uploading PDFs to Claude via the API** — 通过 API 解析 PDF、提取文本，并交给 Claude 总结。（`misc/pdf_upload_summar...</a:t>
            </a:r>
          </a:p>
          <a:p>
            <a:pPr>
              <a:spcAft>
                <a:spcPts val="800"/>
              </a:spcAft>
              <a:defRPr sz="1800"/>
            </a:pPr>
            <a:r>
              <a:t>• **Prompt caching through the Claude API** — 复用上下文缓存以降低成本、提升响应速度。（`misc/prompt_caching.ipynb`，[原文](ht...</a:t>
            </a:r>
          </a:p>
          <a:p>
            <a:pPr>
              <a:spcAft>
                <a:spcPts val="800"/>
              </a:spcAft>
              <a:defRPr sz="1800"/>
            </a:pPr>
            <a:r>
              <a:t>• **Session memory compaction** — 在长对话/长代理流程里压缩会话记忆，控制上下文长度。（`misc/session_memory_compaction.ipynb`，[原...</a:t>
            </a:r>
          </a:p>
          <a:p>
            <a:pPr>
              <a:spcAft>
                <a:spcPts val="800"/>
              </a:spcAft>
              <a:defRPr sz="1800"/>
            </a:pPr>
            <a:r>
              <a:t>• **Summarizing web page content with Claude 3 Haiku** — 抓取网页正文并用 Haiku 做快速摘要。（`misc/read_web_pages_wi...</a:t>
            </a:r>
          </a:p>
          <a:p>
            <a:pPr>
              <a:spcAft>
                <a:spcPts val="800"/>
              </a:spcAft>
              <a:defRPr sz="1800"/>
            </a:pPr>
            <a:r>
              <a:t>• **Sampling responses from Claude beyond the max tokens limit** — 用 continuation / prefill 的方式绕过单次 ma...</a:t>
            </a:r>
          </a:p>
          <a:p>
            <a:pPr>
              <a:spcAft>
                <a:spcPts val="800"/>
              </a:spcAft>
              <a:defRPr sz="1800"/>
            </a:pPr>
            <a:r>
              <a:t>• **Speculative prompt caching** — 在用户输入完成前预热缓存，缩短首 token 等待时间。（`misc/speculative_prompt_caching.ipynb...</a:t>
            </a:r>
          </a:p>
          <a:p>
            <a:pPr>
              <a:spcAft>
                <a:spcPts val="800"/>
              </a:spcAft>
              <a:defRPr sz="1800"/>
            </a:pPr>
            <a:r>
              <a:t>• **Citations** — 让 Claude 在基于文档回答时带上引用来源。（`misc/using_citations.ipynb`，[原文](https://github.com/anthro...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Extended Thinking（2）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**Extended thinking** — 介绍 extended thinking 的思路、预算管理和透明推理体验。（`extended_thinking/extended_thinking.i...</a:t>
            </a:r>
          </a:p>
          <a:p>
            <a:pPr>
              <a:spcAft>
                <a:spcPts val="800"/>
              </a:spcAft>
              <a:defRPr sz="1800"/>
            </a:pPr>
            <a:r>
              <a:t>• **Extended thinking with tool use** — 把 extended thinking 与工具调用结合，覆盖多步任务场景。（`extended_thinking/exten...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Observability（1）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**Usage &amp; cost Admin API cookbook** — 通过 Admin API 拉取 Claude API 的用量与成本数据。（`observability/usage_cost...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Skills（3）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**Introduction to Claude Skills** — 介绍 Skills 的概念、安装方式，以及 Excel / PowerPoint / PDF 能力。（`skills/noteb...</a:t>
            </a:r>
          </a:p>
          <a:p>
            <a:pPr>
              <a:spcAft>
                <a:spcPts val="800"/>
              </a:spcAft>
              <a:defRPr sz="1800"/>
            </a:pPr>
            <a:r>
              <a:t>• **Claude Skills for financial applications** — 把 Skills 用到财务 dashboard、投资组合分析等场景。（`skills/notebooks/...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custom Skills for Claude** — 自定义、打包和管理自己的 Skills。（`skills/notebooks/03_skills_custom_deve...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Fine-Tuning（1）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**Finetuning Claude 3 Haiku on Bedrock** — 在 Amazon Bedrock 上微调 Claude 3 Haiku 的步骤与注意事项。（`finetuning...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Coding / Prompting（1）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**Prompting for frontend aesthetics** — 讨论如何提示 Claude 产出更有风格感的前端界面，而不是“千篇一律”的 AI 设计。（`coding/prompti...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Third-party Integrations（13）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**Transcribe audio with Deepgram and prepare interview questions** — 用 Deepgram 做音频转写，再用 Claude 生成面试...</a:t>
            </a:r>
          </a:p>
          <a:p>
            <a:pPr>
              <a:spcAft>
                <a:spcPts val="800"/>
              </a:spcAft>
              <a:defRPr sz="1800"/>
            </a:pPr>
            <a:r>
              <a:t>• **RAG pipeline with LlamaIndex** — 使用 LlamaIndex 快速搭建基础 RAG 流水线。（`third_party/LlamaIndex/Basic_RAG_W...</a:t>
            </a:r>
          </a:p>
          <a:p>
            <a:pPr>
              <a:spcAft>
                <a:spcPts val="800"/>
              </a:spcAft>
              <a:defRPr sz="1800"/>
            </a:pPr>
            <a:r>
              <a:t>• **Multi-document agents** — 用 LlamaIndex 的 DocumentAgents 处理多文档问答。（`third_party/LlamaIndex/Multi_Doc...</a:t>
            </a:r>
          </a:p>
          <a:p>
            <a:pPr>
              <a:spcAft>
                <a:spcPts val="800"/>
              </a:spcAft>
              <a:defRPr sz="1800"/>
            </a:pPr>
            <a:r>
              <a:t>• **Multi-modal with LlamaIndex** — 借助 LlamaIndex 的多模态抽象对接 Anthropic 模型。（`third_party/LlamaIndex/Multi...</a:t>
            </a:r>
          </a:p>
          <a:p>
            <a:pPr>
              <a:spcAft>
                <a:spcPts val="800"/>
              </a:spcAft>
              <a:defRPr sz="1800"/>
            </a:pPr>
            <a:r>
              <a:t>• **ReAct agent with LlamaIndex** — 在 LlamaIndex 中实现基于 ReAct 的工具型代理。（`third_party/LlamaIndex/ReAct_Age...</a:t>
            </a:r>
          </a:p>
          <a:p>
            <a:pPr>
              <a:spcAft>
                <a:spcPts val="800"/>
              </a:spcAft>
              <a:defRPr sz="1800"/>
            </a:pPr>
            <a:r>
              <a:t>• **RouterQuery engine** — 把查询路由到不同索引或不同知识源。（`third_party/LlamaIndex/Router_Query_Engine.ipynb`，[原文](h...</a:t>
            </a:r>
          </a:p>
          <a:p>
            <a:pPr>
              <a:spcAft>
                <a:spcPts val="800"/>
              </a:spcAft>
              <a:defRPr sz="1800"/>
            </a:pPr>
            <a:r>
              <a:t>• **SubQuestionQueryEngine** — 把复杂问题拆成子问题，再跨文档回答。（`third_party/LlamaIndex/SubQuestion_Query_Engine.ipy...</a:t>
            </a:r>
          </a:p>
          <a:p>
            <a:pPr>
              <a:spcAft>
                <a:spcPts val="800"/>
              </a:spcAft>
              <a:defRPr sz="1800"/>
            </a:pPr>
            <a:r>
              <a:t>• **How to build a RAG system using Claude 3 and MongoDB** — 用 MongoDB 构建带知识库的对话系统。（`third_party/Mongo...</a:t>
            </a:r>
          </a:p>
          <a:p>
            <a:pPr>
              <a:spcAft>
                <a:spcPts val="800"/>
              </a:spcAft>
              <a:defRPr sz="1800"/>
            </a:pPr>
            <a:r>
              <a:t>• **Claude 3 RAG agents with LangChain v1** — 借助 LangChain v1 的 agent 框架做 Claude RAG agents。（`third_pa...</a:t>
            </a:r>
          </a:p>
          <a:p>
            <a:pPr>
              <a:spcAft>
                <a:spcPts val="800"/>
              </a:spcAft>
              <a:defRPr sz="1800"/>
            </a:pPr>
            <a:r>
              <a:t>• **Retrieval-augmented generation using Pinecone** — 把 Claude 与 Pinecone 向量数据库连接起来。（`third_party/Pine...</a:t>
            </a:r>
          </a:p>
          <a:p>
            <a:pPr>
              <a:spcAft>
                <a:spcPts val="800"/>
              </a:spcAft>
              <a:defRPr sz="1800"/>
            </a:pPr>
            <a:r>
              <a:t>• **Iteratively searching Wikipedia with Claude** — 展示较早期的迭代式 Wikipedia 搜索研究流程。（`third_party/Wikipedia...</a:t>
            </a:r>
          </a:p>
          <a:p>
            <a:pPr>
              <a:spcAft>
                <a:spcPts val="800"/>
              </a:spcAft>
              <a:defRPr sz="1800"/>
            </a:pPr>
            <a:r>
              <a:t>• **Using the Wolfram Alpha LLM API as a tool with Claude** — 把 Wolfram Alpha LLM API 作为 Claude 的外部工具。...</a:t>
            </a:r>
          </a:p>
          <a:p>
            <a:pPr>
              <a:spcAft>
                <a:spcPts val="800"/>
              </a:spcAft>
              <a:defRPr sz="1800"/>
            </a:pPr>
            <a:r>
              <a:t>• **Low latency voice assistant with ElevenLabs** — 结合 ElevenLabs 做低延迟语音助手。（`third_party/ElevenLabs/lo...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Tool Evaluation（1）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**Tool evaluation** — 并行评估工具本身的表现，而不是只评估最终回答。（`tool_evaluation/tool_evaluation.ipynb`，[原文](https://g...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[recipes 注册表](https://raw.githubusercontent.com/anthropics/claude-cookbooks/main/registry.yaml)</a:t>
            </a:r>
          </a:p>
          <a:p>
            <a:pPr>
              <a:spcAft>
                <a:spcPts val="800"/>
              </a:spcAft>
              <a:defRPr sz="1800"/>
            </a:pPr>
            <a:r>
              <a:t>• [Claude Cookbooks 仓库首页](https://github.com/anthropics/claude-cookbooks)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
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系列导航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[Claude Cookbooks 中文导读](index.html)</a:t>
            </a:r>
          </a:p>
          <a:p>
            <a:pPr>
              <a:spcAft>
                <a:spcPts val="800"/>
              </a:spcAft>
              <a:defRPr sz="1800"/>
            </a:pPr>
            <a:r>
              <a:t>• [01｜仓库总览：Claude Cookbooks 到底在教什么](01-repo-overview.html)</a:t>
            </a:r>
          </a:p>
          <a:p>
            <a:pPr>
              <a:spcAft>
                <a:spcPts val="800"/>
              </a:spcAft>
              <a:defRPr sz="1800"/>
            </a:pPr>
            <a:r>
              <a:t>• [02｜基础能力篇：分类、RAG、摘要与 Text-to-SQL](02-capabilities.html)</a:t>
            </a:r>
          </a:p>
          <a:p>
            <a:pPr>
              <a:spcAft>
                <a:spcPts val="800"/>
              </a:spcAft>
              <a:defRPr sz="1800"/>
            </a:pPr>
            <a:r>
              <a:t>• [03｜工具调用篇：从函数调用到工具生态](03-tool-use.html)</a:t>
            </a:r>
          </a:p>
          <a:p>
            <a:pPr>
              <a:spcAft>
                <a:spcPts val="800"/>
              </a:spcAft>
              <a:defRPr sz="1800"/>
            </a:pPr>
            <a:r>
              <a:t>• [04｜多模态篇：视觉、文档、图表与图像理解](04-multimodal.html)</a:t>
            </a:r>
          </a:p>
          <a:p>
            <a:pPr>
              <a:spcAft>
                <a:spcPts val="800"/>
              </a:spcAft>
              <a:defRPr sz="1800"/>
            </a:pPr>
            <a:r>
              <a:t>• [05｜Agent 模式篇：链式、并行、路由与编排](05-agent-patterns.html)</a:t>
            </a:r>
          </a:p>
          <a:p>
            <a:pPr>
              <a:spcAft>
                <a:spcPts val="800"/>
              </a:spcAft>
              <a:defRPr sz="1800"/>
            </a:pPr>
            <a:r>
              <a:t>• [06｜Claude Agent SDK 篇：把模式落成真正的代理](06-claude-agent-sdk.html)</a:t>
            </a:r>
          </a:p>
          <a:p>
            <a:pPr>
              <a:spcAft>
                <a:spcPts val="800"/>
              </a:spcAft>
              <a:defRPr sz="1800"/>
            </a:pPr>
            <a:r>
              <a:t>• [07｜响应工程篇：JSON、缓存、引用、评测与成本](07-responses-and-performance.html)</a:t>
            </a:r>
          </a:p>
          <a:p>
            <a:pPr>
              <a:spcAft>
                <a:spcPts val="800"/>
              </a:spcAft>
              <a:defRPr sz="1800"/>
            </a:pPr>
            <a:r>
              <a:t>• [08｜生态集成篇：LlamaIndex、Pinecone、MongoDB、音频与语音](08-integrations.html)</a:t>
            </a:r>
          </a:p>
          <a:p>
            <a:pPr>
              <a:spcAft>
                <a:spcPts val="800"/>
              </a:spcAft>
              <a:defRPr sz="1800"/>
            </a:pPr>
            <a:r>
              <a:t>• [09｜Skills、微调与垂直化能力](09-skills-finetuning.html)</a:t>
            </a:r>
          </a:p>
          <a:p>
            <a:pPr>
              <a:spcAft>
                <a:spcPts val="800"/>
              </a:spcAft>
              <a:defRPr sz="1800"/>
            </a:pPr>
            <a:r>
              <a:t>• [10｜完整索引：66 个 Claude Cookbooks 逐条导读](10-full-inventory.html)</a:t>
            </a:r>
          </a:p>
          <a:p>
            <a:pPr>
              <a:spcAft>
                <a:spcPts val="800"/>
              </a:spcAft>
              <a:defRPr sz="1800"/>
            </a:pPr>
            <a:r>
              <a:t>• [11｜发布篇：把这套文章放到 GitHub Pages](11-github-pages-deploy.html)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1. Skills：把“能力”打包成可复用资产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**Introduction to Claude Skills**：介绍 Skills 的概念、安装方式，以及 Excel / PowerPoint / PDF 能力。（[原文](https://gi...</a:t>
            </a:r>
          </a:p>
          <a:p>
            <a:pPr>
              <a:spcAft>
                <a:spcPts val="800"/>
              </a:spcAft>
              <a:defRPr sz="1800"/>
            </a:pPr>
            <a:r>
              <a:t>• **Claude Skills for financial applications**：把 Skills 用到财务 dashboard、投资组合分析等场景。（[原文](https://github....</a:t>
            </a:r>
          </a:p>
          <a:p>
            <a:pPr>
              <a:spcAft>
                <a:spcPts val="800"/>
              </a:spcAft>
              <a:defRPr sz="1800"/>
            </a:pPr>
            <a:r>
              <a:t>• **Building custom Skills for Claude**：自定义、打包和管理自己的 Skills。（[原文](https://github.com/anthropics/claude...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为什么 Skills 值得单独看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不只是一个 API 接口；</a:t>
            </a:r>
          </a:p>
          <a:p>
            <a:pPr>
              <a:spcAft>
                <a:spcPts val="800"/>
              </a:spcAft>
              <a:defRPr sz="1800"/>
            </a:pPr>
            <a:r>
              <a:t>• 还包含可执行代码、资源文件、约定流程；</a:t>
            </a:r>
          </a:p>
          <a:p>
            <a:pPr>
              <a:spcAft>
                <a:spcPts val="800"/>
              </a:spcAft>
              <a:defRPr sz="1800"/>
            </a:pPr>
            <a:r>
              <a:t>• 更适合封装组织级知识和长期复用流程。 这意味着 Skills 的目标不是“多一个功能”，而是**把成熟工作流沉淀下来**。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这三篇各自负责什么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**Introduction to Claude Skills**：概念、安装与快速体验；</a:t>
            </a:r>
          </a:p>
          <a:p>
            <a:pPr>
              <a:spcAft>
                <a:spcPts val="800"/>
              </a:spcAft>
              <a:defRPr sz="1800"/>
            </a:pPr>
            <a:r>
              <a:t>• **Skills for financial applications**：展示在金融类工作流中的用法；</a:t>
            </a:r>
          </a:p>
          <a:p>
            <a:pPr>
              <a:spcAft>
                <a:spcPts val="800"/>
              </a:spcAft>
              <a:defRPr sz="1800"/>
            </a:pPr>
            <a:r>
              <a:t>• **Building custom Skills**：讲怎么自定义、管理和扩展。 如果你想写长期系列，这一组很适合扩成“Claude 能力产品化”专题。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2. Fine-Tuning：不是所有问题都该靠 prompt 解决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**Finetuning Claude 3 Haiku on Bedrock**：在 Amazon Bedrock 上微调 Claude 3 Haiku 的步骤与注意事项。（[原文](https://...</a:t>
            </a:r>
          </a:p>
          <a:p>
            <a:pPr>
              <a:spcAft>
                <a:spcPts val="800"/>
              </a:spcAft>
              <a:defRPr sz="1800"/>
            </a:pPr>
            <a:r>
              <a:t>• 先做 prompt / tool / RAG / workflow；</a:t>
            </a:r>
          </a:p>
          <a:p>
            <a:pPr>
              <a:spcAft>
                <a:spcPts val="800"/>
              </a:spcAft>
              <a:defRPr sz="1800"/>
            </a:pPr>
            <a:r>
              <a:t>• 只有在收益足够明确时，再考虑 fine-tuning。 这也很符合大多数团队的实际路线。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3. Prompting for frontend aesthetics：一个很有意思的信号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**Prompting for frontend aesthetics**：讨论如何提示 Claude 产出更有风格感的前端界面，而不是“千篇一律”的 AI 设计。（[原文](https://gith...</a:t>
            </a:r>
          </a:p>
          <a:p>
            <a:pPr>
              <a:spcAft>
                <a:spcPts val="800"/>
              </a:spcAft>
              <a:defRPr sz="1800"/>
            </a:pPr>
            <a:r>
              <a:t>• 界面风格；</a:t>
            </a:r>
          </a:p>
          <a:p>
            <a:pPr>
              <a:spcAft>
                <a:spcPts val="800"/>
              </a:spcAft>
              <a:defRPr sz="1800"/>
            </a:pPr>
            <a:r>
              <a:t>• 设计表达；</a:t>
            </a:r>
          </a:p>
          <a:p>
            <a:pPr>
              <a:spcAft>
                <a:spcPts val="800"/>
              </a:spcAft>
              <a:defRPr sz="1800"/>
            </a:pPr>
            <a:r>
              <a:t>• 差异化品味；</a:t>
            </a:r>
          </a:p>
          <a:p>
            <a:pPr>
              <a:spcAft>
                <a:spcPts val="800"/>
              </a:spcAft>
              <a:defRPr sz="1800"/>
            </a:pPr>
            <a:r>
              <a:t>• 避免 AI 味太重的输出。 如果你在做前端生成、原型草图、设计协同，这条内容很适合单独扩成系列。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不是所有优化都该靠更长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能力打包（Skills）</a:t>
            </a:r>
          </a:p>
          <a:p>
            <a:pPr>
              <a:spcAft>
                <a:spcPts val="800"/>
              </a:spcAft>
              <a:defRPr sz="1800"/>
            </a:pPr>
            <a:r>
              <a:t>• 数据定制（Fine-Tuning）</a:t>
            </a:r>
          </a:p>
          <a:p>
            <a:pPr>
              <a:spcAft>
                <a:spcPts val="800"/>
              </a:spcAft>
              <a:defRPr sz="1800"/>
            </a:pPr>
            <a:r>
              <a:t>• 任务专项方法（如前端审美 prompting）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5. 可以延展成哪些文章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**Claude Skills 是什么，和 MCP / tools 有什么区别**</a:t>
            </a:r>
          </a:p>
          <a:p>
            <a:pPr>
              <a:spcAft>
                <a:spcPts val="800"/>
              </a:spcAft>
              <a:defRPr sz="1800"/>
            </a:pPr>
            <a:r>
              <a:t>• **什么时候该做自定义 Skills，而不是继续堆 prompt**</a:t>
            </a:r>
          </a:p>
          <a:p>
            <a:pPr>
              <a:spcAft>
                <a:spcPts val="800"/>
              </a:spcAft>
              <a:defRPr sz="1800"/>
            </a:pPr>
            <a:r>
              <a:t>• **企业内部工作流如何沉淀成 Claude Skills**</a:t>
            </a:r>
          </a:p>
          <a:p>
            <a:pPr>
              <a:spcAft>
                <a:spcPts val="800"/>
              </a:spcAft>
              <a:defRPr sz="1800"/>
            </a:pPr>
            <a:r>
              <a:t>• **Fine-Tuning 在 Claude 生态里的合理位置**</a:t>
            </a:r>
          </a:p>
          <a:p>
            <a:pPr>
              <a:spcAft>
                <a:spcPts val="800"/>
              </a:spcAft>
              <a:defRPr sz="1800"/>
            </a:pPr>
            <a:r>
              <a:t>• **如何让 Claude 生成更有审美辨识度的前端界面**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6. 这篇的核心结论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Skills 代表的是 Claude 能力的“打包、复用和组织化”；</a:t>
            </a:r>
          </a:p>
          <a:p>
            <a:pPr>
              <a:spcAft>
                <a:spcPts val="800"/>
              </a:spcAft>
              <a:defRPr sz="1800"/>
            </a:pPr>
            <a:r>
              <a:t>• Fine-Tuning 代表的是更深层的任务定制；</a:t>
            </a:r>
          </a:p>
          <a:p>
            <a:pPr>
              <a:spcAft>
                <a:spcPts val="800"/>
              </a:spcAft>
              <a:defRPr sz="1800"/>
            </a:pPr>
            <a:r>
              <a:t>• 垂直专题（如前端审美 prompting）说明 cookbook 已开始覆盖更具体的生产创作问题。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对应原始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**Prompting for frontend aesthetics**：讨论如何提示 Claude 产出更有风格感的前端界面，而不是“千篇一律”的 AI 设计。（[原文](https://gith...</a:t>
            </a:r>
          </a:p>
          <a:p>
            <a:pPr>
              <a:spcAft>
                <a:spcPts val="800"/>
              </a:spcAft>
              <a:defRPr sz="1800"/>
            </a:pPr>
            <a:r>
              <a:t>• **Finetuning Claude 3 Haiku on Bedrock**：在 Amazon Bedrock 上微调 Claude 3 Haiku 的步骤与注意事项。（[原文](https://...</a:t>
            </a:r>
          </a:p>
          <a:p>
            <a:pPr>
              <a:spcAft>
                <a:spcPts val="800"/>
              </a:spcAft>
              <a:defRPr sz="1800"/>
            </a:pPr>
            <a:r>
              <a:t>• **Introduction to Claude Skills**：介绍 Skills 的概念、安装方式，以及 Excel / PowerPoint / PDF 能力。（[原文](https://gi...</a:t>
            </a:r>
          </a:p>
          <a:p>
            <a:pPr>
              <a:spcAft>
                <a:spcPts val="800"/>
              </a:spcAft>
              <a:defRPr sz="1800"/>
            </a:pPr>
            <a:r>
              <a:t>• **Claude Skills for financial applications**：把 Skills 用到财务 dashboard、投资组合分析等场景。（[原文](https://github....</a:t>
            </a:r>
          </a:p>
          <a:p>
            <a:pPr>
              <a:spcAft>
                <a:spcPts val="800"/>
              </a:spcAft>
              <a:defRPr sz="1800"/>
            </a:pPr>
            <a:r>
              <a:t>• **Building custom Skills for Claude**：自定义、打包和管理自己的 Skills。（[原文](https://github.com/anthropics/claude...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原始资料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[skills 目录](https://github.com/anthropics/claude-cookbooks/tree/main/skills)</a:t>
            </a:r>
          </a:p>
          <a:p>
            <a:pPr>
              <a:spcAft>
                <a:spcPts val="800"/>
              </a:spcAft>
              <a:defRPr sz="1800"/>
            </a:pPr>
            <a:r>
              <a:t>• [finetuning 目录](https://github.com/anthropics/claude-cookbooks/tree/main/finetuning)</a:t>
            </a:r>
          </a:p>
          <a:p>
            <a:pPr>
              <a:spcAft>
                <a:spcPts val="800"/>
              </a:spcAft>
              <a:defRPr sz="1800"/>
            </a:pPr>
            <a:r>
              <a:t>• [coding 目录](https://github.com/anthropics/claude-cookbooks/tree/main/coding)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
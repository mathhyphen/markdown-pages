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最简单的发布方式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`https://&lt;你的用户名&gt;.github.io/&lt;仓库名&gt;/`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什么时候改用 GitHub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想在发布前做额外构建；</a:t>
            </a:r>
          </a:p>
          <a:p>
            <a:pPr>
              <a:spcAft>
                <a:spcPts val="800"/>
              </a:spcAft>
              <a:defRPr sz="1800"/>
            </a:pPr>
            <a:r>
              <a:t>• 用的不是标准 Jekyll 流程；</a:t>
            </a:r>
          </a:p>
          <a:p>
            <a:pPr>
              <a:spcAft>
                <a:spcPts val="800"/>
              </a:spcAft>
              <a:defRPr sz="1800"/>
            </a:pPr>
            <a:r>
              <a:t>• 想自动化检查、打包和部署；</a:t>
            </a:r>
          </a:p>
          <a:p>
            <a:pPr>
              <a:spcAft>
                <a:spcPts val="800"/>
              </a:spcAft>
              <a:defRPr sz="1800"/>
            </a:pPr>
            <a:r>
              <a:t>• 仓库里有符号链接或更复杂的构建逻辑。 不过，如果你只是想先把这组文章挂起来，`/docs` 分支发布是最省事的方式。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这份站点包里有什么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`_config.yml`：Jekyll / GitHub Pages 的基础配置；</a:t>
            </a:r>
          </a:p>
          <a:p>
            <a:pPr>
              <a:spcAft>
                <a:spcPts val="800"/>
              </a:spcAft>
              <a:defRPr sz="1800"/>
            </a:pPr>
            <a:r>
              <a:t>• `index.md`：站点首页；</a:t>
            </a:r>
          </a:p>
          <a:p>
            <a:pPr>
              <a:spcAft>
                <a:spcPts val="800"/>
              </a:spcAft>
              <a:defRPr sz="1800"/>
            </a:pPr>
            <a:r>
              <a:t>• `01` 到 `11` 的系列文章；</a:t>
            </a:r>
          </a:p>
          <a:p>
            <a:pPr>
              <a:spcAft>
                <a:spcPts val="800"/>
              </a:spcAft>
              <a:defRPr sz="1800"/>
            </a:pPr>
            <a:r>
              <a:t>• 所有页面都已经带好了 front matter，可以直接被 GitHub Pages 处理。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3. 文章风格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更偏教程；</a:t>
            </a:r>
          </a:p>
          <a:p>
            <a:pPr>
              <a:spcAft>
                <a:spcPts val="800"/>
              </a:spcAft>
              <a:defRPr sz="1800"/>
            </a:pPr>
            <a:r>
              <a:t>• 更偏翻译；</a:t>
            </a:r>
          </a:p>
          <a:p>
            <a:pPr>
              <a:spcAft>
                <a:spcPts val="800"/>
              </a:spcAft>
              <a:defRPr sz="1800"/>
            </a:pPr>
            <a:r>
              <a:t>• 更偏源码解读；</a:t>
            </a:r>
          </a:p>
          <a:p>
            <a:pPr>
              <a:spcAft>
                <a:spcPts val="800"/>
              </a:spcAft>
              <a:defRPr sz="1800"/>
            </a:pPr>
            <a:r>
              <a:t>• 更偏企业落地案例。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原始资料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[GitHub Pages 文档首页](https://docs.github.com/pages)</a:t>
            </a:r>
          </a:p>
          <a:p>
            <a:pPr>
              <a:spcAft>
                <a:spcPts val="800"/>
              </a:spcAft>
              <a:defRPr sz="1800"/>
            </a:pPr>
            <a:r>
              <a:t>• [Configuring a publishing source for your GitHub Pages site](https://docs.github.com/en/pages/gettin...</a:t>
            </a:r>
          </a:p>
          <a:p>
            <a:pPr>
              <a:spcAft>
                <a:spcPts val="800"/>
              </a:spcAft>
              <a:defRPr sz="1800"/>
            </a:pPr>
            <a:r>
              <a:t>• [About GitHub Pages and Jekyll](https://docs.github.com/github/working-with-github-pages/about-githu...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
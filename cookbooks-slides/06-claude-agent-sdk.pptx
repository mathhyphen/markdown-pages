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这一组内容为什么值得单独成篇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代理应该怎么定义；</a:t>
            </a:r>
          </a:p>
          <a:p>
            <a:pPr>
              <a:spcAft>
                <a:spcPts val="800"/>
              </a:spcAft>
              <a:defRPr sz="1800"/>
            </a:pPr>
            <a:r>
              <a:t>• 工具如何授权；</a:t>
            </a:r>
          </a:p>
          <a:p>
            <a:pPr>
              <a:spcAft>
                <a:spcPts val="800"/>
              </a:spcAft>
              <a:defRPr sz="1800"/>
            </a:pPr>
            <a:r>
              <a:t>• 与外部系统怎么连接；</a:t>
            </a:r>
          </a:p>
          <a:p>
            <a:pPr>
              <a:spcAft>
                <a:spcPts val="800"/>
              </a:spcAft>
              <a:defRPr sz="1800"/>
            </a:pPr>
            <a:r>
              <a:t>• 子代理如何组织；</a:t>
            </a:r>
          </a:p>
          <a:p>
            <a:pPr>
              <a:spcAft>
                <a:spcPts val="800"/>
              </a:spcAft>
              <a:defRPr sz="1800"/>
            </a:pPr>
            <a:r>
              <a:t>• 如何从其他 Agent SDK 迁移过来。 也就是说，它已经不再只是“调用一个模型”，而是在讲 **代理运行时** 的问题。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最小起点：Research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**The one-liner research agent**：使用 Claude Agent SDK 和 WebSearch 构建最小化研究代理。（[原文](https://github.com/...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组织型代理：Chief of Staff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**The chief of staff agent**：用子代理、hooks、output styles 与 plan mode 组织多代理工作流。（[原文](https://github.com/...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接收目标；</a:t>
            </a:r>
          </a:p>
          <a:p>
            <a:pPr>
              <a:spcAft>
                <a:spcPts val="800"/>
              </a:spcAft>
              <a:defRPr sz="1800"/>
            </a:pPr>
            <a:r>
              <a:t>• 制定计划；</a:t>
            </a:r>
          </a:p>
          <a:p>
            <a:pPr>
              <a:spcAft>
                <a:spcPts val="800"/>
              </a:spcAft>
              <a:defRPr sz="1800"/>
            </a:pPr>
            <a:r>
              <a:t>• 分给不同子代理；</a:t>
            </a:r>
          </a:p>
          <a:p>
            <a:pPr>
              <a:spcAft>
                <a:spcPts val="800"/>
              </a:spcAft>
              <a:defRPr sz="1800"/>
            </a:pPr>
            <a:r>
              <a:t>• 回收结果并输出最终产物。 如果你要写博客，这一篇很适合讲“AI 代理如何模拟组织分工”。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4. 外部系统与可操作环境：Observability / SRE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**The observability agent**：通过 MCP 把代理连接到 GitHub 等外部系统，做监控与 CI 工作流。（[原文](https://github.com/anthropi...</a:t>
            </a:r>
          </a:p>
          <a:p>
            <a:pPr>
              <a:spcAft>
                <a:spcPts val="800"/>
              </a:spcAft>
              <a:defRPr sz="1800"/>
            </a:pPr>
            <a:r>
              <a:t>• **The site reliability agent**：面向 SRE/事故响应，展示可读写 MCP 工具下的诊断、修复与复盘。（[原文](https://github.com/anthropic...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5. 迁移视角：从 OpenAI Agents SDK 迁过来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**Migrating from the OpenAI Agents SDK**：把 OpenAI Agents SDK 应用迁移到 Claude Agent SDK。（[原文](https://gi...</a:t>
            </a:r>
          </a:p>
          <a:p>
            <a:pPr>
              <a:spcAft>
                <a:spcPts val="800"/>
              </a:spcAft>
              <a:defRPr sz="1800"/>
            </a:pPr>
            <a:r>
              <a:t>• Claude Agent SDK 和 OpenAI Agents SDK 的概念映射；</a:t>
            </a:r>
          </a:p>
          <a:p>
            <a:pPr>
              <a:spcAft>
                <a:spcPts val="800"/>
              </a:spcAft>
              <a:defRPr sz="1800"/>
            </a:pPr>
            <a:r>
              <a:t>• tools / sessions / handoffs / guardrails 的对应关系；</a:t>
            </a:r>
          </a:p>
          <a:p>
            <a:pPr>
              <a:spcAft>
                <a:spcPts val="800"/>
              </a:spcAft>
              <a:defRPr sz="1800"/>
            </a:pPr>
            <a:r>
              <a:t>• 迁移成本与心智模型变化。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8.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`claude_agent_sdk/` 是 Claude Cookbooks 里最明显“迈向工程化代理开发”的一组内容；</a:t>
            </a:r>
          </a:p>
          <a:p>
            <a:pPr>
              <a:spcAft>
                <a:spcPts val="800"/>
              </a:spcAft>
              <a:defRPr sz="1800"/>
            </a:pPr>
            <a:r>
              <a:t>• 它把 Agent 从概念模式推进到 SDK、系统连接和运行时层面；</a:t>
            </a:r>
          </a:p>
          <a:p>
            <a:pPr>
              <a:spcAft>
                <a:spcPts val="800"/>
              </a:spcAft>
              <a:defRPr sz="1800"/>
            </a:pPr>
            <a:r>
              <a:t>• 如果你真正打算做长期可维护的 Agent 系统，这一组比单个 demo 更值得反复看。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**The one-liner research agent**：使用 Claude Agent SDK 和 WebSearch 构建最小化研究代理。（[原文](https://github.com/...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**The chief of staff agent**：用子代理、hooks、output styles 与 plan mode 组织多代理工作流。（[原文](https://github.com/...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**The observability agent**：通过 MCP 把代理连接到 GitHub 等外部系统，做监控与 CI 工作流。（[原文](https://github.com/anthropi...</a:t>
            </a:r>
          </a:p>
          <a:p>
            <a:pPr>
              <a:spcAft>
                <a:spcPts val="800"/>
              </a:spcAft>
              <a:defRPr sz="1800"/>
            </a:pPr>
            <a:r>
              <a:t>• **The site reliability agent**：面向 SRE/事故响应，展示可读写 MCP 工具下的诊断、修复与复盘。（[原文](https://github.com/anthropic...</a:t>
            </a:r>
          </a:p>
          <a:p>
            <a:pPr>
              <a:spcAft>
                <a:spcPts val="800"/>
              </a:spcAft>
              <a:defRPr sz="1800"/>
            </a:pPr>
            <a:r>
              <a:t>• **Migrating from the OpenAI Agents SDK**：把 OpenAI Agents SDK 应用迁移到 Claude Agent SDK。（[原文](https://gi...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相关补充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[patterns/agents/basic_workflows.ipynb](https://github.com/anthropics/claude-cookbooks/blob/main/pat...</a:t>
            </a:r>
          </a:p>
          <a:p>
            <a:pPr>
              <a:spcAft>
                <a:spcPts val="800"/>
              </a:spcAft>
              <a:defRPr sz="1800"/>
            </a:pPr>
            <a:r>
              <a:t>• [Anthropic 开发文档](https://docs.claude.com)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